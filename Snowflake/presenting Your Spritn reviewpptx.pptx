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22" r:id="rId5"/>
  </p:sldMasterIdLst>
  <p:notesMasterIdLst>
    <p:notesMasterId r:id="rId21"/>
  </p:notesMasterIdLst>
  <p:handoutMasterIdLst>
    <p:handoutMasterId r:id="rId22"/>
  </p:handoutMasterIdLst>
  <p:sldIdLst>
    <p:sldId id="2147478975" r:id="rId6"/>
    <p:sldId id="2147478976" r:id="rId7"/>
    <p:sldId id="2147478977" r:id="rId8"/>
    <p:sldId id="2147478978" r:id="rId9"/>
    <p:sldId id="2147478979" r:id="rId10"/>
    <p:sldId id="2147478980" r:id="rId11"/>
    <p:sldId id="2147478981" r:id="rId12"/>
    <p:sldId id="2147478982" r:id="rId13"/>
    <p:sldId id="2147478983" r:id="rId14"/>
    <p:sldId id="2147478984" r:id="rId15"/>
    <p:sldId id="2147478985" r:id="rId16"/>
    <p:sldId id="2147478986" r:id="rId17"/>
    <p:sldId id="2147478987" r:id="rId18"/>
    <p:sldId id="2147478988" r:id="rId19"/>
    <p:sldId id="214747898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A9701F-D592-DC9F-5004-6FC2A44E2EA7}" name="Susan Dumas" initials="SD" userId="S::susan.dumas@neueda.com::344909c6-f792-4aae-bfa9-0833174df6f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A24"/>
    <a:srgbClr val="FF4700"/>
    <a:srgbClr val="FFFFFF"/>
    <a:srgbClr val="D6D6D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A0F2E5-5046-40BF-94C2-51D92FD71D46}" v="11" dt="2026-08-12T13:09:39.616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6" autoAdjust="0"/>
    <p:restoredTop sz="76862" autoAdjust="0"/>
  </p:normalViewPr>
  <p:slideViewPr>
    <p:cSldViewPr snapToGrid="0">
      <p:cViewPr varScale="1">
        <p:scale>
          <a:sx n="172" d="100"/>
          <a:sy n="172" d="100"/>
        </p:scale>
        <p:origin x="2664" y="376"/>
      </p:cViewPr>
      <p:guideLst/>
    </p:cSldViewPr>
  </p:slideViewPr>
  <p:outlineViewPr>
    <p:cViewPr>
      <p:scale>
        <a:sx n="33" d="100"/>
        <a:sy n="33" d="100"/>
      </p:scale>
      <p:origin x="0" y="-879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ki Ashley" userId="b772c805-4989-4630-8c46-1300fd4fdaf2" providerId="ADAL" clId="{A1608157-08F1-4FAD-8516-F3E283C04CEE}"/>
    <pc:docChg chg="undo redo custSel addSld delSld modSld sldOrd addMainMaster delMainMaster delSection modSection">
      <pc:chgData name="Nikki Ashley" userId="b772c805-4989-4630-8c46-1300fd4fdaf2" providerId="ADAL" clId="{A1608157-08F1-4FAD-8516-F3E283C04CEE}" dt="2026-08-12T14:57:53.303" v="1928" actId="2696"/>
      <pc:docMkLst>
        <pc:docMk/>
      </pc:docMkLst>
      <pc:sldChg chg="modSp mod">
        <pc:chgData name="Nikki Ashley" userId="b772c805-4989-4630-8c46-1300fd4fdaf2" providerId="ADAL" clId="{A1608157-08F1-4FAD-8516-F3E283C04CEE}" dt="2026-08-04T15:31:29.752" v="469" actId="20577"/>
        <pc:sldMkLst>
          <pc:docMk/>
          <pc:sldMk cId="0" sldId="257"/>
        </pc:sldMkLst>
        <pc:spChg chg="mod">
          <ac:chgData name="Nikki Ashley" userId="b772c805-4989-4630-8c46-1300fd4fdaf2" providerId="ADAL" clId="{A1608157-08F1-4FAD-8516-F3E283C04CEE}" dt="2026-08-04T15:31:29.752" v="469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Nikki Ashley" userId="b772c805-4989-4630-8c46-1300fd4fdaf2" providerId="ADAL" clId="{A1608157-08F1-4FAD-8516-F3E283C04CEE}" dt="2026-07-14T16:22:03.201" v="424" actId="962"/>
        <pc:sldMkLst>
          <pc:docMk/>
          <pc:sldMk cId="0" sldId="258"/>
        </pc:sldMkLst>
        <pc:picChg chg="add mod">
          <ac:chgData name="Nikki Ashley" userId="b772c805-4989-4630-8c46-1300fd4fdaf2" providerId="ADAL" clId="{A1608157-08F1-4FAD-8516-F3E283C04CEE}" dt="2026-07-14T16:22:03.201" v="424" actId="962"/>
          <ac:picMkLst>
            <pc:docMk/>
            <pc:sldMk cId="0" sldId="258"/>
            <ac:picMk id="6" creationId="{61E5DCD6-8C58-ECC8-FC4A-36AC13CD15A5}"/>
          </ac:picMkLst>
        </pc:picChg>
      </pc:sldChg>
      <pc:sldChg chg="addSp delSp modSp mod modNotesTx">
        <pc:chgData name="Nikki Ashley" userId="b772c805-4989-4630-8c46-1300fd4fdaf2" providerId="ADAL" clId="{A1608157-08F1-4FAD-8516-F3E283C04CEE}" dt="2026-08-04T15:36:26.023" v="489" actId="1076"/>
        <pc:sldMkLst>
          <pc:docMk/>
          <pc:sldMk cId="0" sldId="259"/>
        </pc:sldMkLst>
        <pc:spChg chg="mod">
          <ac:chgData name="Nikki Ashley" userId="b772c805-4989-4630-8c46-1300fd4fdaf2" providerId="ADAL" clId="{A1608157-08F1-4FAD-8516-F3E283C04CEE}" dt="2026-08-04T15:36:26.023" v="489" actId="1076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Nikki Ashley" userId="b772c805-4989-4630-8c46-1300fd4fdaf2" providerId="ADAL" clId="{A1608157-08F1-4FAD-8516-F3E283C04CEE}" dt="2026-08-04T15:36:20.774" v="488" actId="1076"/>
          <ac:picMkLst>
            <pc:docMk/>
            <pc:sldMk cId="0" sldId="259"/>
            <ac:picMk id="7" creationId="{5AB50504-AF05-2908-1FDF-2C1FFD4CC425}"/>
          </ac:picMkLst>
        </pc:picChg>
      </pc:sldChg>
      <pc:sldChg chg="modSp mod">
        <pc:chgData name="Nikki Ashley" userId="b772c805-4989-4630-8c46-1300fd4fdaf2" providerId="ADAL" clId="{A1608157-08F1-4FAD-8516-F3E283C04CEE}" dt="2026-07-14T16:23:05.009" v="433" actId="962"/>
        <pc:sldMkLst>
          <pc:docMk/>
          <pc:sldMk cId="0" sldId="260"/>
        </pc:sldMkLst>
        <pc:spChg chg="mod">
          <ac:chgData name="Nikki Ashley" userId="b772c805-4989-4630-8c46-1300fd4fdaf2" providerId="ADAL" clId="{A1608157-08F1-4FAD-8516-F3E283C04CEE}" dt="2026-07-14T14:41:53.908" v="53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42:21.925" v="56" actId="208"/>
          <ac:spMkLst>
            <pc:docMk/>
            <pc:sldMk cId="0" sldId="260"/>
            <ac:spMk id="4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42:21.925" v="56" actId="208"/>
          <ac:spMkLst>
            <pc:docMk/>
            <pc:sldMk cId="0" sldId="260"/>
            <ac:spMk id="5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42:21.925" v="56" actId="208"/>
          <ac:spMkLst>
            <pc:docMk/>
            <pc:sldMk cId="0" sldId="260"/>
            <ac:spMk id="6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42:21.925" v="56" actId="208"/>
          <ac:spMkLst>
            <pc:docMk/>
            <pc:sldMk cId="0" sldId="260"/>
            <ac:spMk id="7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42:21.925" v="56" actId="208"/>
          <ac:spMkLst>
            <pc:docMk/>
            <pc:sldMk cId="0" sldId="260"/>
            <ac:spMk id="8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41:38.685" v="52" actId="20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42:05.600" v="54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40:52.784" v="46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43:44.879" v="65" actId="208"/>
          <ac:spMkLst>
            <pc:docMk/>
            <pc:sldMk cId="0" sldId="260"/>
            <ac:spMk id="16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43:56.224" v="69" actId="208"/>
          <ac:spMkLst>
            <pc:docMk/>
            <pc:sldMk cId="0" sldId="260"/>
            <ac:spMk id="17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43:06.224" v="59" actId="208"/>
          <ac:spMkLst>
            <pc:docMk/>
            <pc:sldMk cId="0" sldId="260"/>
            <ac:spMk id="18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43:33.323" v="63" actId="20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39:08.148" v="38" actId="255"/>
          <ac:spMkLst>
            <pc:docMk/>
            <pc:sldMk cId="0" sldId="260"/>
            <ac:spMk id="24" creationId="{00000000-0000-0000-0000-000000000000}"/>
          </ac:spMkLst>
        </pc:spChg>
        <pc:cxnChg chg="mod">
          <ac:chgData name="Nikki Ashley" userId="b772c805-4989-4630-8c46-1300fd4fdaf2" providerId="ADAL" clId="{A1608157-08F1-4FAD-8516-F3E283C04CEE}" dt="2026-07-14T16:22:34.963" v="426" actId="962"/>
          <ac:cxnSpMkLst>
            <pc:docMk/>
            <pc:sldMk cId="0" sldId="260"/>
            <ac:cxnSpMk id="9" creationId="{00000000-0000-0000-0000-000000000000}"/>
          </ac:cxnSpMkLst>
        </pc:cxnChg>
        <pc:cxnChg chg="mod">
          <ac:chgData name="Nikki Ashley" userId="b772c805-4989-4630-8c46-1300fd4fdaf2" providerId="ADAL" clId="{A1608157-08F1-4FAD-8516-F3E283C04CEE}" dt="2026-07-14T16:22:38.301" v="427" actId="962"/>
          <ac:cxnSpMkLst>
            <pc:docMk/>
            <pc:sldMk cId="0" sldId="260"/>
            <ac:cxnSpMk id="10" creationId="{00000000-0000-0000-0000-000000000000}"/>
          </ac:cxnSpMkLst>
        </pc:cxnChg>
        <pc:cxnChg chg="mod">
          <ac:chgData name="Nikki Ashley" userId="b772c805-4989-4630-8c46-1300fd4fdaf2" providerId="ADAL" clId="{A1608157-08F1-4FAD-8516-F3E283C04CEE}" dt="2026-07-14T16:22:40.265" v="428" actId="962"/>
          <ac:cxnSpMkLst>
            <pc:docMk/>
            <pc:sldMk cId="0" sldId="260"/>
            <ac:cxnSpMk id="11" creationId="{00000000-0000-0000-0000-000000000000}"/>
          </ac:cxnSpMkLst>
        </pc:cxnChg>
        <pc:cxnChg chg="mod">
          <ac:chgData name="Nikki Ashley" userId="b772c805-4989-4630-8c46-1300fd4fdaf2" providerId="ADAL" clId="{A1608157-08F1-4FAD-8516-F3E283C04CEE}" dt="2026-07-14T16:22:42.353" v="429" actId="962"/>
          <ac:cxnSpMkLst>
            <pc:docMk/>
            <pc:sldMk cId="0" sldId="260"/>
            <ac:cxnSpMk id="12" creationId="{00000000-0000-0000-0000-000000000000}"/>
          </ac:cxnSpMkLst>
        </pc:cxnChg>
        <pc:cxnChg chg="mod">
          <ac:chgData name="Nikki Ashley" userId="b772c805-4989-4630-8c46-1300fd4fdaf2" providerId="ADAL" clId="{A1608157-08F1-4FAD-8516-F3E283C04CEE}" dt="2026-07-14T16:23:01.327" v="430" actId="962"/>
          <ac:cxnSpMkLst>
            <pc:docMk/>
            <pc:sldMk cId="0" sldId="260"/>
            <ac:cxnSpMk id="19" creationId="{00000000-0000-0000-0000-000000000000}"/>
          </ac:cxnSpMkLst>
        </pc:cxnChg>
        <pc:cxnChg chg="mod">
          <ac:chgData name="Nikki Ashley" userId="b772c805-4989-4630-8c46-1300fd4fdaf2" providerId="ADAL" clId="{A1608157-08F1-4FAD-8516-F3E283C04CEE}" dt="2026-07-14T16:23:02.601" v="431" actId="962"/>
          <ac:cxnSpMkLst>
            <pc:docMk/>
            <pc:sldMk cId="0" sldId="260"/>
            <ac:cxnSpMk id="20" creationId="{00000000-0000-0000-0000-000000000000}"/>
          </ac:cxnSpMkLst>
        </pc:cxnChg>
        <pc:cxnChg chg="mod">
          <ac:chgData name="Nikki Ashley" userId="b772c805-4989-4630-8c46-1300fd4fdaf2" providerId="ADAL" clId="{A1608157-08F1-4FAD-8516-F3E283C04CEE}" dt="2026-07-14T16:23:03.970" v="432" actId="962"/>
          <ac:cxnSpMkLst>
            <pc:docMk/>
            <pc:sldMk cId="0" sldId="260"/>
            <ac:cxnSpMk id="21" creationId="{00000000-0000-0000-0000-000000000000}"/>
          </ac:cxnSpMkLst>
        </pc:cxnChg>
        <pc:cxnChg chg="mod">
          <ac:chgData name="Nikki Ashley" userId="b772c805-4989-4630-8c46-1300fd4fdaf2" providerId="ADAL" clId="{A1608157-08F1-4FAD-8516-F3E283C04CEE}" dt="2026-07-14T16:23:05.009" v="433" actId="962"/>
          <ac:cxnSpMkLst>
            <pc:docMk/>
            <pc:sldMk cId="0" sldId="260"/>
            <ac:cxnSpMk id="22" creationId="{00000000-0000-0000-0000-000000000000}"/>
          </ac:cxnSpMkLst>
        </pc:cxnChg>
      </pc:sldChg>
      <pc:sldChg chg="addSp delSp modSp mod modClrScheme chgLayout modNotesTx">
        <pc:chgData name="Nikki Ashley" userId="b772c805-4989-4630-8c46-1300fd4fdaf2" providerId="ADAL" clId="{A1608157-08F1-4FAD-8516-F3E283C04CEE}" dt="2026-08-04T16:33:52.818" v="652" actId="113"/>
        <pc:sldMkLst>
          <pc:docMk/>
          <pc:sldMk cId="0" sldId="262"/>
        </pc:sldMkLst>
        <pc:spChg chg="mod ord">
          <ac:chgData name="Nikki Ashley" userId="b772c805-4989-4630-8c46-1300fd4fdaf2" providerId="ADAL" clId="{A1608157-08F1-4FAD-8516-F3E283C04CEE}" dt="2026-07-14T16:23:30.749" v="435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Nikki Ashley" userId="b772c805-4989-4630-8c46-1300fd4fdaf2" providerId="ADAL" clId="{A1608157-08F1-4FAD-8516-F3E283C04CEE}" dt="2026-08-04T16:33:34.371" v="650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4:56:58.647" v="136"/>
          <ac:spMkLst>
            <pc:docMk/>
            <pc:sldMk cId="0" sldId="262"/>
            <ac:spMk id="6" creationId="{404926E7-1E94-4D3C-FE36-D0AB5DB9E389}"/>
          </ac:spMkLst>
        </pc:spChg>
        <pc:spChg chg="mod">
          <ac:chgData name="Nikki Ashley" userId="b772c805-4989-4630-8c46-1300fd4fdaf2" providerId="ADAL" clId="{A1608157-08F1-4FAD-8516-F3E283C04CEE}" dt="2026-07-14T14:56:58.647" v="136"/>
          <ac:spMkLst>
            <pc:docMk/>
            <pc:sldMk cId="0" sldId="262"/>
            <ac:spMk id="7" creationId="{8BEA2006-0777-5AF3-0CA6-8543251C7C35}"/>
          </ac:spMkLst>
        </pc:spChg>
        <pc:spChg chg="mod">
          <ac:chgData name="Nikki Ashley" userId="b772c805-4989-4630-8c46-1300fd4fdaf2" providerId="ADAL" clId="{A1608157-08F1-4FAD-8516-F3E283C04CEE}" dt="2026-07-14T14:56:58.647" v="136"/>
          <ac:spMkLst>
            <pc:docMk/>
            <pc:sldMk cId="0" sldId="262"/>
            <ac:spMk id="8" creationId="{DD9B38E6-9F0E-8733-8499-29F64B512F8D}"/>
          </ac:spMkLst>
        </pc:spChg>
        <pc:spChg chg="mod">
          <ac:chgData name="Nikki Ashley" userId="b772c805-4989-4630-8c46-1300fd4fdaf2" providerId="ADAL" clId="{A1608157-08F1-4FAD-8516-F3E283C04CEE}" dt="2026-07-14T14:57:16.287" v="139" actId="207"/>
          <ac:spMkLst>
            <pc:docMk/>
            <pc:sldMk cId="0" sldId="262"/>
            <ac:spMk id="9" creationId="{DB2358DF-1265-8184-738E-ABC642875F5D}"/>
          </ac:spMkLst>
        </pc:spChg>
        <pc:spChg chg="mod">
          <ac:chgData name="Nikki Ashley" userId="b772c805-4989-4630-8c46-1300fd4fdaf2" providerId="ADAL" clId="{A1608157-08F1-4FAD-8516-F3E283C04CEE}" dt="2026-07-14T14:56:58.647" v="136"/>
          <ac:spMkLst>
            <pc:docMk/>
            <pc:sldMk cId="0" sldId="262"/>
            <ac:spMk id="10" creationId="{015E006F-D9C8-642C-8C9C-51B2366F0450}"/>
          </ac:spMkLst>
        </pc:spChg>
        <pc:grpChg chg="add mod">
          <ac:chgData name="Nikki Ashley" userId="b772c805-4989-4630-8c46-1300fd4fdaf2" providerId="ADAL" clId="{A1608157-08F1-4FAD-8516-F3E283C04CEE}" dt="2026-07-14T14:57:25.357" v="140" actId="1076"/>
          <ac:grpSpMkLst>
            <pc:docMk/>
            <pc:sldMk cId="0" sldId="262"/>
            <ac:grpSpMk id="5" creationId="{CDA44FBE-F3D2-6752-D862-956EC5B0436F}"/>
          </ac:grpSpMkLst>
        </pc:grpChg>
      </pc:sldChg>
      <pc:sldChg chg="addSp modSp add del mod modNotesTx">
        <pc:chgData name="Nikki Ashley" userId="b772c805-4989-4630-8c46-1300fd4fdaf2" providerId="ADAL" clId="{A1608157-08F1-4FAD-8516-F3E283C04CEE}" dt="2026-08-04T16:35:03.014" v="663" actId="6549"/>
        <pc:sldMkLst>
          <pc:docMk/>
          <pc:sldMk cId="0" sldId="263"/>
        </pc:sldMkLst>
        <pc:spChg chg="mod">
          <ac:chgData name="Nikki Ashley" userId="b772c805-4989-4630-8c46-1300fd4fdaf2" providerId="ADAL" clId="{A1608157-08F1-4FAD-8516-F3E283C04CEE}" dt="2026-07-14T15:34:24.755" v="268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5:30:45.445" v="239" actId="120"/>
          <ac:spMkLst>
            <pc:docMk/>
            <pc:sldMk cId="0" sldId="263"/>
            <ac:spMk id="4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8-04T16:34:13.837" v="660" actId="20577"/>
          <ac:spMkLst>
            <pc:docMk/>
            <pc:sldMk cId="0" sldId="263"/>
            <ac:spMk id="5" creationId="{00000000-0000-0000-0000-000000000000}"/>
          </ac:spMkLst>
        </pc:spChg>
        <pc:spChg chg="mod ord">
          <ac:chgData name="Nikki Ashley" userId="b772c805-4989-4630-8c46-1300fd4fdaf2" providerId="ADAL" clId="{A1608157-08F1-4FAD-8516-F3E283C04CEE}" dt="2026-08-04T16:35:03.014" v="663" actId="6549"/>
          <ac:spMkLst>
            <pc:docMk/>
            <pc:sldMk cId="0" sldId="263"/>
            <ac:spMk id="6" creationId="{00000000-0000-0000-0000-000000000000}"/>
          </ac:spMkLst>
        </pc:spChg>
        <pc:spChg chg="mod ord">
          <ac:chgData name="Nikki Ashley" userId="b772c805-4989-4630-8c46-1300fd4fdaf2" providerId="ADAL" clId="{A1608157-08F1-4FAD-8516-F3E283C04CEE}" dt="2026-07-14T16:23:54.995" v="438"/>
          <ac:spMkLst>
            <pc:docMk/>
            <pc:sldMk cId="0" sldId="263"/>
            <ac:spMk id="7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5:30:14.237" v="236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5:35:01.666" v="272" actId="1076"/>
          <ac:spMkLst>
            <pc:docMk/>
            <pc:sldMk cId="0" sldId="263"/>
            <ac:spMk id="9" creationId="{00000000-0000-0000-0000-000000000000}"/>
          </ac:spMkLst>
        </pc:spChg>
        <pc:picChg chg="add mod">
          <ac:chgData name="Nikki Ashley" userId="b772c805-4989-4630-8c46-1300fd4fdaf2" providerId="ADAL" clId="{A1608157-08F1-4FAD-8516-F3E283C04CEE}" dt="2026-07-14T15:34:46.924" v="271" actId="962"/>
          <ac:picMkLst>
            <pc:docMk/>
            <pc:sldMk cId="0" sldId="263"/>
            <ac:picMk id="11" creationId="{4C8709A1-D535-D0AF-29D9-6107CB840462}"/>
          </ac:picMkLst>
        </pc:picChg>
        <pc:picChg chg="add mod">
          <ac:chgData name="Nikki Ashley" userId="b772c805-4989-4630-8c46-1300fd4fdaf2" providerId="ADAL" clId="{A1608157-08F1-4FAD-8516-F3E283C04CEE}" dt="2026-07-14T15:34:15.889" v="267" actId="962"/>
          <ac:picMkLst>
            <pc:docMk/>
            <pc:sldMk cId="0" sldId="263"/>
            <ac:picMk id="13" creationId="{ED34EC33-82C7-22E4-D848-E9E3968DEAEC}"/>
          </ac:picMkLst>
        </pc:picChg>
        <pc:picChg chg="add mod">
          <ac:chgData name="Nikki Ashley" userId="b772c805-4989-4630-8c46-1300fd4fdaf2" providerId="ADAL" clId="{A1608157-08F1-4FAD-8516-F3E283C04CEE}" dt="2026-07-14T15:34:29.476" v="269" actId="962"/>
          <ac:picMkLst>
            <pc:docMk/>
            <pc:sldMk cId="0" sldId="263"/>
            <ac:picMk id="15" creationId="{1A281EF0-2BB6-C370-AED6-797C60F17C83}"/>
          </ac:picMkLst>
        </pc:picChg>
        <pc:picChg chg="add mod">
          <ac:chgData name="Nikki Ashley" userId="b772c805-4989-4630-8c46-1300fd4fdaf2" providerId="ADAL" clId="{A1608157-08F1-4FAD-8516-F3E283C04CEE}" dt="2026-07-14T15:34:34.096" v="270" actId="962"/>
          <ac:picMkLst>
            <pc:docMk/>
            <pc:sldMk cId="0" sldId="263"/>
            <ac:picMk id="17" creationId="{1217C9EE-3288-59CC-280B-852FA19BA744}"/>
          </ac:picMkLst>
        </pc:picChg>
        <pc:picChg chg="add mod">
          <ac:chgData name="Nikki Ashley" userId="b772c805-4989-4630-8c46-1300fd4fdaf2" providerId="ADAL" clId="{A1608157-08F1-4FAD-8516-F3E283C04CEE}" dt="2026-07-14T15:34:00.618" v="264" actId="962"/>
          <ac:picMkLst>
            <pc:docMk/>
            <pc:sldMk cId="0" sldId="263"/>
            <ac:picMk id="19" creationId="{98A4442C-EA41-8E9A-D9C5-68C28BF26F56}"/>
          </ac:picMkLst>
        </pc:picChg>
      </pc:sldChg>
      <pc:sldChg chg="modSp mod modNotesTx">
        <pc:chgData name="Nikki Ashley" userId="b772c805-4989-4630-8c46-1300fd4fdaf2" providerId="ADAL" clId="{A1608157-08F1-4FAD-8516-F3E283C04CEE}" dt="2026-08-04T16:41:49.992" v="752" actId="113"/>
        <pc:sldMkLst>
          <pc:docMk/>
          <pc:sldMk cId="0" sldId="268"/>
        </pc:sldMkLst>
        <pc:spChg chg="mod">
          <ac:chgData name="Nikki Ashley" userId="b772c805-4989-4630-8c46-1300fd4fdaf2" providerId="ADAL" clId="{A1608157-08F1-4FAD-8516-F3E283C04CEE}" dt="2026-08-04T16:41:11.605" v="749" actId="6549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Nikki Ashley" userId="b772c805-4989-4630-8c46-1300fd4fdaf2" providerId="ADAL" clId="{A1608157-08F1-4FAD-8516-F3E283C04CEE}" dt="2026-07-14T16:08:33.382" v="361" actId="20577"/>
        <pc:sldMkLst>
          <pc:docMk/>
          <pc:sldMk cId="0" sldId="269"/>
        </pc:sldMkLst>
        <pc:spChg chg="mod">
          <ac:chgData name="Nikki Ashley" userId="b772c805-4989-4630-8c46-1300fd4fdaf2" providerId="ADAL" clId="{A1608157-08F1-4FAD-8516-F3E283C04CEE}" dt="2026-07-14T16:07:13.749" v="336" actId="14100"/>
          <ac:spMkLst>
            <pc:docMk/>
            <pc:sldMk cId="0" sldId="269"/>
            <ac:spMk id="2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6:08:33.382" v="361" actId="20577"/>
          <ac:spMkLst>
            <pc:docMk/>
            <pc:sldMk cId="0" sldId="269"/>
            <ac:spMk id="3" creationId="{00000000-0000-0000-0000-000000000000}"/>
          </ac:spMkLst>
        </pc:spChg>
      </pc:sldChg>
      <pc:sldChg chg="addSp modSp mod chgLayout">
        <pc:chgData name="Nikki Ashley" userId="b772c805-4989-4630-8c46-1300fd4fdaf2" providerId="ADAL" clId="{A1608157-08F1-4FAD-8516-F3E283C04CEE}" dt="2026-07-14T16:24:50.267" v="442"/>
        <pc:sldMkLst>
          <pc:docMk/>
          <pc:sldMk cId="0" sldId="270"/>
        </pc:sldMkLst>
        <pc:spChg chg="mod ord">
          <ac:chgData name="Nikki Ashley" userId="b772c805-4989-4630-8c46-1300fd4fdaf2" providerId="ADAL" clId="{A1608157-08F1-4FAD-8516-F3E283C04CEE}" dt="2026-07-14T16:24:50.267" v="442"/>
          <ac:spMkLst>
            <pc:docMk/>
            <pc:sldMk cId="0" sldId="270"/>
            <ac:spMk id="2" creationId="{00000000-0000-0000-0000-000000000000}"/>
          </ac:spMkLst>
        </pc:spChg>
        <pc:spChg chg="mod ord">
          <ac:chgData name="Nikki Ashley" userId="b772c805-4989-4630-8c46-1300fd4fdaf2" providerId="ADAL" clId="{A1608157-08F1-4FAD-8516-F3E283C04CEE}" dt="2026-07-14T16:10:08.974" v="364" actId="700"/>
          <ac:spMkLst>
            <pc:docMk/>
            <pc:sldMk cId="0" sldId="270"/>
            <ac:spMk id="3" creationId="{00000000-0000-0000-0000-000000000000}"/>
          </ac:spMkLst>
        </pc:spChg>
        <pc:spChg chg="add mod">
          <ac:chgData name="Nikki Ashley" userId="b772c805-4989-4630-8c46-1300fd4fdaf2" providerId="ADAL" clId="{A1608157-08F1-4FAD-8516-F3E283C04CEE}" dt="2026-07-14T16:19:20.588" v="402" actId="962"/>
          <ac:spMkLst>
            <pc:docMk/>
            <pc:sldMk cId="0" sldId="270"/>
            <ac:spMk id="4" creationId="{DA4D2BF1-13CE-8C98-1B44-B897B6EB85F8}"/>
          </ac:spMkLst>
        </pc:spChg>
        <pc:spChg chg="add mod">
          <ac:chgData name="Nikki Ashley" userId="b772c805-4989-4630-8c46-1300fd4fdaf2" providerId="ADAL" clId="{A1608157-08F1-4FAD-8516-F3E283C04CEE}" dt="2026-07-14T16:19:20.588" v="402" actId="962"/>
          <ac:spMkLst>
            <pc:docMk/>
            <pc:sldMk cId="0" sldId="270"/>
            <ac:spMk id="5" creationId="{CC1D9DED-551B-E471-042B-9F72E5EFD09D}"/>
          </ac:spMkLst>
        </pc:spChg>
        <pc:spChg chg="add mod">
          <ac:chgData name="Nikki Ashley" userId="b772c805-4989-4630-8c46-1300fd4fdaf2" providerId="ADAL" clId="{A1608157-08F1-4FAD-8516-F3E283C04CEE}" dt="2026-07-14T16:19:20.588" v="402" actId="962"/>
          <ac:spMkLst>
            <pc:docMk/>
            <pc:sldMk cId="0" sldId="270"/>
            <ac:spMk id="7" creationId="{77877899-3299-86D5-006D-745963A52B7E}"/>
          </ac:spMkLst>
        </pc:spChg>
        <pc:spChg chg="add mod">
          <ac:chgData name="Nikki Ashley" userId="b772c805-4989-4630-8c46-1300fd4fdaf2" providerId="ADAL" clId="{A1608157-08F1-4FAD-8516-F3E283C04CEE}" dt="2026-07-14T16:19:20.588" v="402" actId="962"/>
          <ac:spMkLst>
            <pc:docMk/>
            <pc:sldMk cId="0" sldId="270"/>
            <ac:spMk id="9" creationId="{73AD11C3-ABDB-5965-214F-FF0DC4D4B712}"/>
          </ac:spMkLst>
        </pc:spChg>
        <pc:spChg chg="add mod">
          <ac:chgData name="Nikki Ashley" userId="b772c805-4989-4630-8c46-1300fd4fdaf2" providerId="ADAL" clId="{A1608157-08F1-4FAD-8516-F3E283C04CEE}" dt="2026-07-14T16:19:20.588" v="402" actId="962"/>
          <ac:spMkLst>
            <pc:docMk/>
            <pc:sldMk cId="0" sldId="270"/>
            <ac:spMk id="11" creationId="{A64CF2BC-2B1A-DDC9-B54C-DC2AA079B10F}"/>
          </ac:spMkLst>
        </pc:spChg>
        <pc:spChg chg="add mod">
          <ac:chgData name="Nikki Ashley" userId="b772c805-4989-4630-8c46-1300fd4fdaf2" providerId="ADAL" clId="{A1608157-08F1-4FAD-8516-F3E283C04CEE}" dt="2026-07-14T16:19:20.588" v="402" actId="962"/>
          <ac:spMkLst>
            <pc:docMk/>
            <pc:sldMk cId="0" sldId="270"/>
            <ac:spMk id="13" creationId="{D38645E1-A73E-BE9E-C8AB-A572DB60DA29}"/>
          </ac:spMkLst>
        </pc:spChg>
        <pc:spChg chg="add mod">
          <ac:chgData name="Nikki Ashley" userId="b772c805-4989-4630-8c46-1300fd4fdaf2" providerId="ADAL" clId="{A1608157-08F1-4FAD-8516-F3E283C04CEE}" dt="2026-07-14T16:19:20.588" v="402" actId="962"/>
          <ac:spMkLst>
            <pc:docMk/>
            <pc:sldMk cId="0" sldId="270"/>
            <ac:spMk id="15" creationId="{9170B7E0-A169-B096-2BE5-9DA1C49A4C2C}"/>
          </ac:spMkLst>
        </pc:spChg>
        <pc:spChg chg="add mod">
          <ac:chgData name="Nikki Ashley" userId="b772c805-4989-4630-8c46-1300fd4fdaf2" providerId="ADAL" clId="{A1608157-08F1-4FAD-8516-F3E283C04CEE}" dt="2026-07-14T16:19:20.588" v="402" actId="962"/>
          <ac:spMkLst>
            <pc:docMk/>
            <pc:sldMk cId="0" sldId="270"/>
            <ac:spMk id="17" creationId="{5C4F042A-8096-435E-5841-60D09950C397}"/>
          </ac:spMkLst>
        </pc:spChg>
        <pc:spChg chg="add mod">
          <ac:chgData name="Nikki Ashley" userId="b772c805-4989-4630-8c46-1300fd4fdaf2" providerId="ADAL" clId="{A1608157-08F1-4FAD-8516-F3E283C04CEE}" dt="2026-07-14T16:19:20.588" v="402" actId="962"/>
          <ac:spMkLst>
            <pc:docMk/>
            <pc:sldMk cId="0" sldId="270"/>
            <ac:spMk id="19" creationId="{74111B0B-3BDE-2E58-C6DF-038C1ACBAA07}"/>
          </ac:spMkLst>
        </pc:spChg>
      </pc:sldChg>
      <pc:sldChg chg="modSp mod">
        <pc:chgData name="Nikki Ashley" userId="b772c805-4989-4630-8c46-1300fd4fdaf2" providerId="ADAL" clId="{A1608157-08F1-4FAD-8516-F3E283C04CEE}" dt="2026-08-04T16:42:45.829" v="757" actId="20577"/>
        <pc:sldMkLst>
          <pc:docMk/>
          <pc:sldMk cId="0" sldId="272"/>
        </pc:sldMkLst>
        <pc:spChg chg="mod">
          <ac:chgData name="Nikki Ashley" userId="b772c805-4989-4630-8c46-1300fd4fdaf2" providerId="ADAL" clId="{A1608157-08F1-4FAD-8516-F3E283C04CEE}" dt="2026-08-04T16:42:45.829" v="757" actId="20577"/>
          <ac:spMkLst>
            <pc:docMk/>
            <pc:sldMk cId="0" sldId="272"/>
            <ac:spMk id="2" creationId="{00000000-0000-0000-0000-000000000000}"/>
          </ac:spMkLst>
        </pc:spChg>
        <pc:spChg chg="ord">
          <ac:chgData name="Nikki Ashley" userId="b772c805-4989-4630-8c46-1300fd4fdaf2" providerId="ADAL" clId="{A1608157-08F1-4FAD-8516-F3E283C04CEE}" dt="2026-07-14T16:25:06.502" v="444"/>
          <ac:spMkLst>
            <pc:docMk/>
            <pc:sldMk cId="0" sldId="272"/>
            <ac:spMk id="3" creationId="{00000000-0000-0000-0000-000000000000}"/>
          </ac:spMkLst>
        </pc:spChg>
      </pc:sldChg>
      <pc:sldChg chg="add modNotesTx">
        <pc:chgData name="Nikki Ashley" userId="b772c805-4989-4630-8c46-1300fd4fdaf2" providerId="ADAL" clId="{A1608157-08F1-4FAD-8516-F3E283C04CEE}" dt="2026-08-04T15:38:06.798" v="491" actId="113"/>
        <pc:sldMkLst>
          <pc:docMk/>
          <pc:sldMk cId="607495754" sldId="920"/>
        </pc:sldMkLst>
      </pc:sldChg>
      <pc:sldChg chg="modSp add mod ord modClrScheme chgLayout modNotesTx">
        <pc:chgData name="Nikki Ashley" userId="b772c805-4989-4630-8c46-1300fd4fdaf2" providerId="ADAL" clId="{A1608157-08F1-4FAD-8516-F3E283C04CEE}" dt="2026-08-04T15:40:06.816" v="503"/>
        <pc:sldMkLst>
          <pc:docMk/>
          <pc:sldMk cId="0" sldId="16141330"/>
        </pc:sldMkLst>
        <pc:spChg chg="mod ord">
          <ac:chgData name="Nikki Ashley" userId="b772c805-4989-4630-8c46-1300fd4fdaf2" providerId="ADAL" clId="{A1608157-08F1-4FAD-8516-F3E283C04CEE}" dt="2026-07-14T16:23:16.111" v="434"/>
          <ac:spMkLst>
            <pc:docMk/>
            <pc:sldMk cId="0" sldId="16141330"/>
            <ac:spMk id="2" creationId="{00000000-0000-0000-0000-000000000000}"/>
          </ac:spMkLst>
        </pc:spChg>
        <pc:spChg chg="mod ord">
          <ac:chgData name="Nikki Ashley" userId="b772c805-4989-4630-8c46-1300fd4fdaf2" providerId="ADAL" clId="{A1608157-08F1-4FAD-8516-F3E283C04CEE}" dt="2026-08-04T15:39:47.816" v="502" actId="6549"/>
          <ac:spMkLst>
            <pc:docMk/>
            <pc:sldMk cId="0" sldId="16141330"/>
            <ac:spMk id="3" creationId="{00000000-0000-0000-0000-000000000000}"/>
          </ac:spMkLst>
        </pc:spChg>
      </pc:sldChg>
      <pc:sldChg chg="modSp add mod modNotesTx">
        <pc:chgData name="Nikki Ashley" userId="b772c805-4989-4630-8c46-1300fd4fdaf2" providerId="ADAL" clId="{A1608157-08F1-4FAD-8516-F3E283C04CEE}" dt="2026-08-04T16:37:24.763" v="716" actId="6549"/>
        <pc:sldMkLst>
          <pc:docMk/>
          <pc:sldMk cId="0" sldId="16141331"/>
        </pc:sldMkLst>
        <pc:spChg chg="mod">
          <ac:chgData name="Nikki Ashley" userId="b772c805-4989-4630-8c46-1300fd4fdaf2" providerId="ADAL" clId="{A1608157-08F1-4FAD-8516-F3E283C04CEE}" dt="2026-07-14T15:24:59.729" v="188" actId="6549"/>
          <ac:spMkLst>
            <pc:docMk/>
            <pc:sldMk cId="0" sldId="16141331"/>
            <ac:spMk id="2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8-04T16:35:42.241" v="666" actId="6549"/>
          <ac:spMkLst>
            <pc:docMk/>
            <pc:sldMk cId="0" sldId="16141331"/>
            <ac:spMk id="3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7-14T16:25:46.522" v="446" actId="6549"/>
          <ac:spMkLst>
            <pc:docMk/>
            <pc:sldMk cId="0" sldId="16141331"/>
            <ac:spMk id="4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8-04T16:36:02.807" v="674" actId="20577"/>
          <ac:spMkLst>
            <pc:docMk/>
            <pc:sldMk cId="0" sldId="16141331"/>
            <ac:spMk id="5" creationId="{00000000-0000-0000-0000-000000000000}"/>
          </ac:spMkLst>
        </pc:spChg>
        <pc:spChg chg="mod">
          <ac:chgData name="Nikki Ashley" userId="b772c805-4989-4630-8c46-1300fd4fdaf2" providerId="ADAL" clId="{A1608157-08F1-4FAD-8516-F3E283C04CEE}" dt="2026-08-04T16:37:24.763" v="716" actId="6549"/>
          <ac:spMkLst>
            <pc:docMk/>
            <pc:sldMk cId="0" sldId="16141331"/>
            <ac:spMk id="6" creationId="{00000000-0000-0000-0000-000000000000}"/>
          </ac:spMkLst>
        </pc:spChg>
      </pc:sldChg>
      <pc:sldChg chg="addSp delSp modSp new del mod modClrScheme modShow chgLayout">
        <pc:chgData name="Nikki Ashley" userId="b772c805-4989-4630-8c46-1300fd4fdaf2" providerId="ADAL" clId="{A1608157-08F1-4FAD-8516-F3E283C04CEE}" dt="2026-08-12T14:57:53.303" v="1928" actId="2696"/>
        <pc:sldMkLst>
          <pc:docMk/>
          <pc:sldMk cId="2748729887" sldId="16141332"/>
        </pc:sldMkLst>
      </pc:sldChg>
      <pc:sldChg chg="modSp add mod">
        <pc:chgData name="Nikki Ashley" userId="b772c805-4989-4630-8c46-1300fd4fdaf2" providerId="ADAL" clId="{A1608157-08F1-4FAD-8516-F3E283C04CEE}" dt="2026-07-30T14:09:45.661" v="447"/>
        <pc:sldMkLst>
          <pc:docMk/>
          <pc:sldMk cId="1622457333" sldId="2146847583"/>
        </pc:sldMkLst>
        <pc:spChg chg="mod">
          <ac:chgData name="Nikki Ashley" userId="b772c805-4989-4630-8c46-1300fd4fdaf2" providerId="ADAL" clId="{A1608157-08F1-4FAD-8516-F3E283C04CEE}" dt="2026-07-30T14:09:45.661" v="447"/>
          <ac:spMkLst>
            <pc:docMk/>
            <pc:sldMk cId="1622457333" sldId="2146847583"/>
            <ac:spMk id="4" creationId="{78A8264F-350A-C290-ED30-6C5984D48A3F}"/>
          </ac:spMkLst>
        </pc:spChg>
      </pc:sldChg>
      <pc:sldChg chg="modSp add mod">
        <pc:chgData name="Nikki Ashley" userId="b772c805-4989-4630-8c46-1300fd4fdaf2" providerId="ADAL" clId="{A1608157-08F1-4FAD-8516-F3E283C04CEE}" dt="2026-07-14T16:20:59.695" v="416"/>
        <pc:sldMkLst>
          <pc:docMk/>
          <pc:sldMk cId="2330295248" sldId="2147478969"/>
        </pc:sldMkLst>
        <pc:spChg chg="mod">
          <ac:chgData name="Nikki Ashley" userId="b772c805-4989-4630-8c46-1300fd4fdaf2" providerId="ADAL" clId="{A1608157-08F1-4FAD-8516-F3E283C04CEE}" dt="2026-07-14T16:20:15.980" v="405"/>
          <ac:spMkLst>
            <pc:docMk/>
            <pc:sldMk cId="2330295248" sldId="2147478969"/>
            <ac:spMk id="4" creationId="{EBE757C0-E809-1BB0-3F12-53E7557959A4}"/>
          </ac:spMkLst>
        </pc:spChg>
        <pc:spChg chg="mod">
          <ac:chgData name="Nikki Ashley" userId="b772c805-4989-4630-8c46-1300fd4fdaf2" providerId="ADAL" clId="{A1608157-08F1-4FAD-8516-F3E283C04CEE}" dt="2026-07-14T16:20:59.695" v="416"/>
          <ac:spMkLst>
            <pc:docMk/>
            <pc:sldMk cId="2330295248" sldId="2147478969"/>
            <ac:spMk id="5" creationId="{936D999C-58DE-1697-3AE2-FE807CDBB80E}"/>
          </ac:spMkLst>
        </pc:spChg>
      </pc:sldChg>
      <pc:sldChg chg="addSp delSp modSp new mod modNotesTx">
        <pc:chgData name="Nikki Ashley" userId="b772c805-4989-4630-8c46-1300fd4fdaf2" providerId="ADAL" clId="{A1608157-08F1-4FAD-8516-F3E283C04CEE}" dt="2026-08-12T13:13:52.409" v="1925"/>
        <pc:sldMkLst>
          <pc:docMk/>
          <pc:sldMk cId="3730687518" sldId="2147478970"/>
        </pc:sldMkLst>
        <pc:spChg chg="mod">
          <ac:chgData name="Nikki Ashley" userId="b772c805-4989-4630-8c46-1300fd4fdaf2" providerId="ADAL" clId="{A1608157-08F1-4FAD-8516-F3E283C04CEE}" dt="2026-08-04T16:21:45.168" v="519" actId="20577"/>
          <ac:spMkLst>
            <pc:docMk/>
            <pc:sldMk cId="3730687518" sldId="2147478970"/>
            <ac:spMk id="3" creationId="{FA86E456-D7D6-BE56-0DCA-CE733822543E}"/>
          </ac:spMkLst>
        </pc:spChg>
        <pc:spChg chg="add mod">
          <ac:chgData name="Nikki Ashley" userId="b772c805-4989-4630-8c46-1300fd4fdaf2" providerId="ADAL" clId="{A1608157-08F1-4FAD-8516-F3E283C04CEE}" dt="2026-08-04T16:29:08.873" v="600" actId="14100"/>
          <ac:spMkLst>
            <pc:docMk/>
            <pc:sldMk cId="3730687518" sldId="2147478970"/>
            <ac:spMk id="4" creationId="{E4FF4AD2-D565-5580-3EF6-E509AF94E82C}"/>
          </ac:spMkLst>
        </pc:spChg>
        <pc:spChg chg="add mod">
          <ac:chgData name="Nikki Ashley" userId="b772c805-4989-4630-8c46-1300fd4fdaf2" providerId="ADAL" clId="{A1608157-08F1-4FAD-8516-F3E283C04CEE}" dt="2026-08-04T16:25:39.953" v="557" actId="20577"/>
          <ac:spMkLst>
            <pc:docMk/>
            <pc:sldMk cId="3730687518" sldId="2147478970"/>
            <ac:spMk id="6" creationId="{B760989D-0CEE-7644-3844-E0E9A6B4616B}"/>
          </ac:spMkLst>
        </pc:spChg>
        <pc:spChg chg="add mod">
          <ac:chgData name="Nikki Ashley" userId="b772c805-4989-4630-8c46-1300fd4fdaf2" providerId="ADAL" clId="{A1608157-08F1-4FAD-8516-F3E283C04CEE}" dt="2026-08-04T16:29:04.299" v="599" actId="14100"/>
          <ac:spMkLst>
            <pc:docMk/>
            <pc:sldMk cId="3730687518" sldId="2147478970"/>
            <ac:spMk id="8" creationId="{2D418818-58F2-2370-5DD9-3268D8F70B47}"/>
          </ac:spMkLst>
        </pc:spChg>
        <pc:spChg chg="add mod ord">
          <ac:chgData name="Nikki Ashley" userId="b772c805-4989-4630-8c46-1300fd4fdaf2" providerId="ADAL" clId="{A1608157-08F1-4FAD-8516-F3E283C04CEE}" dt="2026-08-12T13:13:52.409" v="1925"/>
          <ac:spMkLst>
            <pc:docMk/>
            <pc:sldMk cId="3730687518" sldId="2147478970"/>
            <ac:spMk id="10" creationId="{66F50CD8-24D8-2E1E-0679-7E4D13016DDE}"/>
          </ac:spMkLst>
        </pc:spChg>
        <pc:spChg chg="add mod">
          <ac:chgData name="Nikki Ashley" userId="b772c805-4989-4630-8c46-1300fd4fdaf2" providerId="ADAL" clId="{A1608157-08F1-4FAD-8516-F3E283C04CEE}" dt="2026-08-04T16:29:14.701" v="601" actId="14100"/>
          <ac:spMkLst>
            <pc:docMk/>
            <pc:sldMk cId="3730687518" sldId="2147478970"/>
            <ac:spMk id="12" creationId="{549D5DA3-14A6-FF3C-386B-9F942A0FD4B0}"/>
          </ac:spMkLst>
        </pc:spChg>
        <pc:spChg chg="add mod">
          <ac:chgData name="Nikki Ashley" userId="b772c805-4989-4630-8c46-1300fd4fdaf2" providerId="ADAL" clId="{A1608157-08F1-4FAD-8516-F3E283C04CEE}" dt="2026-08-04T16:29:18.897" v="604" actId="14100"/>
          <ac:spMkLst>
            <pc:docMk/>
            <pc:sldMk cId="3730687518" sldId="2147478970"/>
            <ac:spMk id="14" creationId="{D63A1EE4-636A-1F7C-3348-4A43B6822F38}"/>
          </ac:spMkLst>
        </pc:spChg>
      </pc:sldChg>
      <pc:sldChg chg="modSp add mod">
        <pc:chgData name="Nikki Ashley" userId="b772c805-4989-4630-8c46-1300fd4fdaf2" providerId="ADAL" clId="{A1608157-08F1-4FAD-8516-F3E283C04CEE}" dt="2026-08-12T13:14:10.859" v="1927"/>
        <pc:sldMkLst>
          <pc:docMk/>
          <pc:sldMk cId="925990078" sldId="2147478971"/>
        </pc:sldMkLst>
        <pc:spChg chg="mod">
          <ac:chgData name="Nikki Ashley" userId="b772c805-4989-4630-8c46-1300fd4fdaf2" providerId="ADAL" clId="{A1608157-08F1-4FAD-8516-F3E283C04CEE}" dt="2026-08-04T16:27:38.254" v="590" actId="20577"/>
          <ac:spMkLst>
            <pc:docMk/>
            <pc:sldMk cId="925990078" sldId="2147478971"/>
            <ac:spMk id="3" creationId="{4085DA4C-8A02-76C2-F990-AB5E90E240D0}"/>
          </ac:spMkLst>
        </pc:spChg>
        <pc:spChg chg="mod">
          <ac:chgData name="Nikki Ashley" userId="b772c805-4989-4630-8c46-1300fd4fdaf2" providerId="ADAL" clId="{A1608157-08F1-4FAD-8516-F3E283C04CEE}" dt="2026-08-04T16:29:30.990" v="605" actId="14100"/>
          <ac:spMkLst>
            <pc:docMk/>
            <pc:sldMk cId="925990078" sldId="2147478971"/>
            <ac:spMk id="4" creationId="{563C9A5B-E1D6-3EFA-E940-7D3F57B3BAC7}"/>
          </ac:spMkLst>
        </pc:spChg>
        <pc:spChg chg="mod">
          <ac:chgData name="Nikki Ashley" userId="b772c805-4989-4630-8c46-1300fd4fdaf2" providerId="ADAL" clId="{A1608157-08F1-4FAD-8516-F3E283C04CEE}" dt="2026-08-04T16:28:24.193" v="596" actId="20577"/>
          <ac:spMkLst>
            <pc:docMk/>
            <pc:sldMk cId="925990078" sldId="2147478971"/>
            <ac:spMk id="6" creationId="{C21BD1C7-0E09-F8F6-196B-B2D2BBE070C4}"/>
          </ac:spMkLst>
        </pc:spChg>
        <pc:spChg chg="mod">
          <ac:chgData name="Nikki Ashley" userId="b772c805-4989-4630-8c46-1300fd4fdaf2" providerId="ADAL" clId="{A1608157-08F1-4FAD-8516-F3E283C04CEE}" dt="2026-08-04T16:29:55.785" v="611" actId="20577"/>
          <ac:spMkLst>
            <pc:docMk/>
            <pc:sldMk cId="925990078" sldId="2147478971"/>
            <ac:spMk id="8" creationId="{6F883DB9-88F8-4D8C-C109-528E705A58B6}"/>
          </ac:spMkLst>
        </pc:spChg>
        <pc:spChg chg="mod ord">
          <ac:chgData name="Nikki Ashley" userId="b772c805-4989-4630-8c46-1300fd4fdaf2" providerId="ADAL" clId="{A1608157-08F1-4FAD-8516-F3E283C04CEE}" dt="2026-08-12T13:14:10.859" v="1927"/>
          <ac:spMkLst>
            <pc:docMk/>
            <pc:sldMk cId="925990078" sldId="2147478971"/>
            <ac:spMk id="10" creationId="{2A55FA1B-A271-35D2-7714-E88B1C0AB22B}"/>
          </ac:spMkLst>
        </pc:spChg>
        <pc:spChg chg="mod">
          <ac:chgData name="Nikki Ashley" userId="b772c805-4989-4630-8c46-1300fd4fdaf2" providerId="ADAL" clId="{A1608157-08F1-4FAD-8516-F3E283C04CEE}" dt="2026-08-04T16:31:17.077" v="631" actId="1076"/>
          <ac:spMkLst>
            <pc:docMk/>
            <pc:sldMk cId="925990078" sldId="2147478971"/>
            <ac:spMk id="12" creationId="{CD33C814-37CD-B9FD-7EFD-3B576F75FF5F}"/>
          </ac:spMkLst>
        </pc:spChg>
        <pc:spChg chg="mod">
          <ac:chgData name="Nikki Ashley" userId="b772c805-4989-4630-8c46-1300fd4fdaf2" providerId="ADAL" clId="{A1608157-08F1-4FAD-8516-F3E283C04CEE}" dt="2026-08-04T16:31:17.077" v="631" actId="1076"/>
          <ac:spMkLst>
            <pc:docMk/>
            <pc:sldMk cId="925990078" sldId="2147478971"/>
            <ac:spMk id="14" creationId="{4F486B8B-6244-8704-451F-B18B1D15B7BB}"/>
          </ac:spMkLst>
        </pc:spChg>
      </pc:sldChg>
      <pc:sldChg chg="addSp modSp add del mod modShow modNotesTx">
        <pc:chgData name="Nikki Ashley" userId="b772c805-4989-4630-8c46-1300fd4fdaf2" providerId="ADAL" clId="{A1608157-08F1-4FAD-8516-F3E283C04CEE}" dt="2026-08-12T13:01:46.942" v="1799" actId="2696"/>
        <pc:sldMkLst>
          <pc:docMk/>
          <pc:sldMk cId="631488318" sldId="2147478972"/>
        </pc:sldMkLst>
      </pc:sldChg>
      <pc:sldChg chg="addSp delSp modSp new mod modClrScheme chgLayout">
        <pc:chgData name="Nikki Ashley" userId="b772c805-4989-4630-8c46-1300fd4fdaf2" providerId="ADAL" clId="{A1608157-08F1-4FAD-8516-F3E283C04CEE}" dt="2026-08-12T13:12:58.239" v="1922" actId="962"/>
        <pc:sldMkLst>
          <pc:docMk/>
          <pc:sldMk cId="2966032110" sldId="2147478973"/>
        </pc:sldMkLst>
        <pc:spChg chg="add mod ord">
          <ac:chgData name="Nikki Ashley" userId="b772c805-4989-4630-8c46-1300fd4fdaf2" providerId="ADAL" clId="{A1608157-08F1-4FAD-8516-F3E283C04CEE}" dt="2026-08-05T09:27:03.027" v="763"/>
          <ac:spMkLst>
            <pc:docMk/>
            <pc:sldMk cId="2966032110" sldId="2147478973"/>
            <ac:spMk id="4" creationId="{9EC04E88-2B9F-0B43-56AA-8472FE05C88C}"/>
          </ac:spMkLst>
        </pc:spChg>
        <pc:spChg chg="add mod">
          <ac:chgData name="Nikki Ashley" userId="b772c805-4989-4630-8c46-1300fd4fdaf2" providerId="ADAL" clId="{A1608157-08F1-4FAD-8516-F3E283C04CEE}" dt="2026-08-12T13:12:58.239" v="1922" actId="962"/>
          <ac:spMkLst>
            <pc:docMk/>
            <pc:sldMk cId="2966032110" sldId="2147478973"/>
            <ac:spMk id="6" creationId="{AD08B39C-885F-7D32-33A6-24D22F17D670}"/>
          </ac:spMkLst>
        </pc:spChg>
        <pc:spChg chg="add mod">
          <ac:chgData name="Nikki Ashley" userId="b772c805-4989-4630-8c46-1300fd4fdaf2" providerId="ADAL" clId="{A1608157-08F1-4FAD-8516-F3E283C04CEE}" dt="2026-08-12T13:12:58.239" v="1922" actId="962"/>
          <ac:spMkLst>
            <pc:docMk/>
            <pc:sldMk cId="2966032110" sldId="2147478973"/>
            <ac:spMk id="15" creationId="{771AA44C-68F4-B46A-3944-D84E4E0B65F2}"/>
          </ac:spMkLst>
        </pc:spChg>
        <pc:spChg chg="add mod">
          <ac:chgData name="Nikki Ashley" userId="b772c805-4989-4630-8c46-1300fd4fdaf2" providerId="ADAL" clId="{A1608157-08F1-4FAD-8516-F3E283C04CEE}" dt="2026-08-12T13:12:58.239" v="1922" actId="962"/>
          <ac:spMkLst>
            <pc:docMk/>
            <pc:sldMk cId="2966032110" sldId="2147478973"/>
            <ac:spMk id="17" creationId="{3C66C251-88DF-1CE6-E963-A6311F24238F}"/>
          </ac:spMkLst>
        </pc:spChg>
        <pc:spChg chg="add mod">
          <ac:chgData name="Nikki Ashley" userId="b772c805-4989-4630-8c46-1300fd4fdaf2" providerId="ADAL" clId="{A1608157-08F1-4FAD-8516-F3E283C04CEE}" dt="2026-08-12T13:12:58.239" v="1922" actId="962"/>
          <ac:spMkLst>
            <pc:docMk/>
            <pc:sldMk cId="2966032110" sldId="2147478973"/>
            <ac:spMk id="19" creationId="{E1CE9B66-FA87-ABAB-0E9C-B3234548590E}"/>
          </ac:spMkLst>
        </pc:spChg>
        <pc:spChg chg="add mod">
          <ac:chgData name="Nikki Ashley" userId="b772c805-4989-4630-8c46-1300fd4fdaf2" providerId="ADAL" clId="{A1608157-08F1-4FAD-8516-F3E283C04CEE}" dt="2026-08-12T13:12:58.239" v="1922" actId="962"/>
          <ac:spMkLst>
            <pc:docMk/>
            <pc:sldMk cId="2966032110" sldId="2147478973"/>
            <ac:spMk id="31" creationId="{39AA3E91-6944-A96D-4D54-43E17C44DDEB}"/>
          </ac:spMkLst>
        </pc:spChg>
        <pc:spChg chg="add mod">
          <ac:chgData name="Nikki Ashley" userId="b772c805-4989-4630-8c46-1300fd4fdaf2" providerId="ADAL" clId="{A1608157-08F1-4FAD-8516-F3E283C04CEE}" dt="2026-08-12T13:12:58.239" v="1922" actId="962"/>
          <ac:spMkLst>
            <pc:docMk/>
            <pc:sldMk cId="2966032110" sldId="2147478973"/>
            <ac:spMk id="33" creationId="{0065BA89-F596-1FA6-AB7D-F47D10429BD0}"/>
          </ac:spMkLst>
        </pc:spChg>
        <pc:spChg chg="add mod">
          <ac:chgData name="Nikki Ashley" userId="b772c805-4989-4630-8c46-1300fd4fdaf2" providerId="ADAL" clId="{A1608157-08F1-4FAD-8516-F3E283C04CEE}" dt="2026-08-12T13:12:58.239" v="1922" actId="962"/>
          <ac:spMkLst>
            <pc:docMk/>
            <pc:sldMk cId="2966032110" sldId="2147478973"/>
            <ac:spMk id="37" creationId="{FF691419-A024-C0DA-211E-50401B87919E}"/>
          </ac:spMkLst>
        </pc:spChg>
        <pc:spChg chg="add mod">
          <ac:chgData name="Nikki Ashley" userId="b772c805-4989-4630-8c46-1300fd4fdaf2" providerId="ADAL" clId="{A1608157-08F1-4FAD-8516-F3E283C04CEE}" dt="2026-08-12T13:12:58.239" v="1922" actId="962"/>
          <ac:spMkLst>
            <pc:docMk/>
            <pc:sldMk cId="2966032110" sldId="2147478973"/>
            <ac:spMk id="41" creationId="{2ED12241-D112-F5D2-9E49-05EB574AEEB9}"/>
          </ac:spMkLst>
        </pc:spChg>
        <pc:spChg chg="add mod">
          <ac:chgData name="Nikki Ashley" userId="b772c805-4989-4630-8c46-1300fd4fdaf2" providerId="ADAL" clId="{A1608157-08F1-4FAD-8516-F3E283C04CEE}" dt="2026-08-05T09:58:04.667" v="1197" actId="1076"/>
          <ac:spMkLst>
            <pc:docMk/>
            <pc:sldMk cId="2966032110" sldId="2147478973"/>
            <ac:spMk id="59" creationId="{67C60BFF-1A6E-79FE-A110-98C98CB22559}"/>
          </ac:spMkLst>
        </pc:spChg>
        <pc:spChg chg="add mod">
          <ac:chgData name="Nikki Ashley" userId="b772c805-4989-4630-8c46-1300fd4fdaf2" providerId="ADAL" clId="{A1608157-08F1-4FAD-8516-F3E283C04CEE}" dt="2026-08-05T09:58:04.667" v="1197" actId="1076"/>
          <ac:spMkLst>
            <pc:docMk/>
            <pc:sldMk cId="2966032110" sldId="2147478973"/>
            <ac:spMk id="61" creationId="{05C6FE00-F9B1-C125-DE92-6D66D939F9BB}"/>
          </ac:spMkLst>
        </pc:spChg>
        <pc:spChg chg="add mod">
          <ac:chgData name="Nikki Ashley" userId="b772c805-4989-4630-8c46-1300fd4fdaf2" providerId="ADAL" clId="{A1608157-08F1-4FAD-8516-F3E283C04CEE}" dt="2026-08-05T10:51:25.311" v="1324"/>
          <ac:spMkLst>
            <pc:docMk/>
            <pc:sldMk cId="2966032110" sldId="2147478973"/>
            <ac:spMk id="63" creationId="{E5D52B01-D504-591A-23DA-315439595FB8}"/>
          </ac:spMkLst>
        </pc:spChg>
        <pc:spChg chg="add mod">
          <ac:chgData name="Nikki Ashley" userId="b772c805-4989-4630-8c46-1300fd4fdaf2" providerId="ADAL" clId="{A1608157-08F1-4FAD-8516-F3E283C04CEE}" dt="2026-08-05T10:51:33.166" v="1326" actId="20577"/>
          <ac:spMkLst>
            <pc:docMk/>
            <pc:sldMk cId="2966032110" sldId="2147478973"/>
            <ac:spMk id="65" creationId="{62F534C8-327D-C763-9DF6-E2F1BD73D5A9}"/>
          </ac:spMkLst>
        </pc:spChg>
        <pc:spChg chg="add mod">
          <ac:chgData name="Nikki Ashley" userId="b772c805-4989-4630-8c46-1300fd4fdaf2" providerId="ADAL" clId="{A1608157-08F1-4FAD-8516-F3E283C04CEE}" dt="2026-08-05T10:48:59.569" v="1284" actId="20577"/>
          <ac:spMkLst>
            <pc:docMk/>
            <pc:sldMk cId="2966032110" sldId="2147478973"/>
            <ac:spMk id="67" creationId="{688F0290-505C-FA27-1E99-3EDAEE09EF73}"/>
          </ac:spMkLst>
        </pc:spChg>
        <pc:spChg chg="add mod">
          <ac:chgData name="Nikki Ashley" userId="b772c805-4989-4630-8c46-1300fd4fdaf2" providerId="ADAL" clId="{A1608157-08F1-4FAD-8516-F3E283C04CEE}" dt="2026-08-05T10:50:43.233" v="1323" actId="20577"/>
          <ac:spMkLst>
            <pc:docMk/>
            <pc:sldMk cId="2966032110" sldId="2147478973"/>
            <ac:spMk id="69" creationId="{BA1AB099-6280-9C43-5B9F-673975BF2185}"/>
          </ac:spMkLst>
        </pc:spChg>
        <pc:spChg chg="add mod">
          <ac:chgData name="Nikki Ashley" userId="b772c805-4989-4630-8c46-1300fd4fdaf2" providerId="ADAL" clId="{A1608157-08F1-4FAD-8516-F3E283C04CEE}" dt="2026-08-05T10:50:35.624" v="1322" actId="1076"/>
          <ac:spMkLst>
            <pc:docMk/>
            <pc:sldMk cId="2966032110" sldId="2147478973"/>
            <ac:spMk id="71" creationId="{65EEF537-9027-1167-BF4B-D9E0E2CEF7A5}"/>
          </ac:spMkLst>
        </pc:spChg>
        <pc:picChg chg="add mod">
          <ac:chgData name="Nikki Ashley" userId="b772c805-4989-4630-8c46-1300fd4fdaf2" providerId="ADAL" clId="{A1608157-08F1-4FAD-8516-F3E283C04CEE}" dt="2026-08-12T13:12:58.239" v="1922" actId="962"/>
          <ac:picMkLst>
            <pc:docMk/>
            <pc:sldMk cId="2966032110" sldId="2147478973"/>
            <ac:picMk id="35" creationId="{9E2C72D1-167D-BADD-7B7F-398E68D81845}"/>
          </ac:picMkLst>
        </pc:picChg>
        <pc:cxnChg chg="add mod">
          <ac:chgData name="Nikki Ashley" userId="b772c805-4989-4630-8c46-1300fd4fdaf2" providerId="ADAL" clId="{A1608157-08F1-4FAD-8516-F3E283C04CEE}" dt="2026-08-05T09:40:27.443" v="906" actId="1076"/>
          <ac:cxnSpMkLst>
            <pc:docMk/>
            <pc:sldMk cId="2966032110" sldId="2147478973"/>
            <ac:cxnSpMk id="8" creationId="{74C37627-F76E-2CC2-D9DA-97C6AE73FB43}"/>
          </ac:cxnSpMkLst>
        </pc:cxnChg>
        <pc:cxnChg chg="add mod">
          <ac:chgData name="Nikki Ashley" userId="b772c805-4989-4630-8c46-1300fd4fdaf2" providerId="ADAL" clId="{A1608157-08F1-4FAD-8516-F3E283C04CEE}" dt="2026-08-05T09:29:09.150" v="779" actId="1076"/>
          <ac:cxnSpMkLst>
            <pc:docMk/>
            <pc:sldMk cId="2966032110" sldId="2147478973"/>
            <ac:cxnSpMk id="9" creationId="{08393B2F-8F03-1AAD-E77F-8323F579280E}"/>
          </ac:cxnSpMkLst>
        </pc:cxnChg>
        <pc:cxnChg chg="add mod">
          <ac:chgData name="Nikki Ashley" userId="b772c805-4989-4630-8c46-1300fd4fdaf2" providerId="ADAL" clId="{A1608157-08F1-4FAD-8516-F3E283C04CEE}" dt="2026-08-05T09:42:29.792" v="934" actId="1076"/>
          <ac:cxnSpMkLst>
            <pc:docMk/>
            <pc:sldMk cId="2966032110" sldId="2147478973"/>
            <ac:cxnSpMk id="10" creationId="{F87A2972-5417-F6F4-9EBE-84CD6BF7295C}"/>
          </ac:cxnSpMkLst>
        </pc:cxnChg>
        <pc:cxnChg chg="add mod">
          <ac:chgData name="Nikki Ashley" userId="b772c805-4989-4630-8c46-1300fd4fdaf2" providerId="ADAL" clId="{A1608157-08F1-4FAD-8516-F3E283C04CEE}" dt="2026-08-05T09:30:04.270" v="790" actId="1076"/>
          <ac:cxnSpMkLst>
            <pc:docMk/>
            <pc:sldMk cId="2966032110" sldId="2147478973"/>
            <ac:cxnSpMk id="11" creationId="{04C8889D-F6EE-F9F9-4BCC-CD29D18005E7}"/>
          </ac:cxnSpMkLst>
        </pc:cxnChg>
        <pc:cxnChg chg="add mod">
          <ac:chgData name="Nikki Ashley" userId="b772c805-4989-4630-8c46-1300fd4fdaf2" providerId="ADAL" clId="{A1608157-08F1-4FAD-8516-F3E283C04CEE}" dt="2026-08-05T09:29:48.645" v="787" actId="1076"/>
          <ac:cxnSpMkLst>
            <pc:docMk/>
            <pc:sldMk cId="2966032110" sldId="2147478973"/>
            <ac:cxnSpMk id="12" creationId="{491042B4-0E69-3CDB-5BCA-3EDF9D5B4B4E}"/>
          </ac:cxnSpMkLst>
        </pc:cxnChg>
        <pc:cxnChg chg="add mod">
          <ac:chgData name="Nikki Ashley" userId="b772c805-4989-4630-8c46-1300fd4fdaf2" providerId="ADAL" clId="{A1608157-08F1-4FAD-8516-F3E283C04CEE}" dt="2026-08-05T09:29:31.067" v="785" actId="1076"/>
          <ac:cxnSpMkLst>
            <pc:docMk/>
            <pc:sldMk cId="2966032110" sldId="2147478973"/>
            <ac:cxnSpMk id="13" creationId="{9F1609C7-433E-FD68-9C2C-D09E633C8F13}"/>
          </ac:cxnSpMkLst>
        </pc:cxnChg>
        <pc:cxnChg chg="add mod">
          <ac:chgData name="Nikki Ashley" userId="b772c805-4989-4630-8c46-1300fd4fdaf2" providerId="ADAL" clId="{A1608157-08F1-4FAD-8516-F3E283C04CEE}" dt="2026-08-05T09:29:21.136" v="783" actId="1076"/>
          <ac:cxnSpMkLst>
            <pc:docMk/>
            <pc:sldMk cId="2966032110" sldId="2147478973"/>
            <ac:cxnSpMk id="14" creationId="{17F9D0C0-5A71-8DD4-D9E8-6BBBF1098189}"/>
          </ac:cxnSpMkLst>
        </pc:cxnChg>
        <pc:cxnChg chg="add mod">
          <ac:chgData name="Nikki Ashley" userId="b772c805-4989-4630-8c46-1300fd4fdaf2" providerId="ADAL" clId="{A1608157-08F1-4FAD-8516-F3E283C04CEE}" dt="2026-08-05T09:43:07.826" v="936" actId="1076"/>
          <ac:cxnSpMkLst>
            <pc:docMk/>
            <pc:sldMk cId="2966032110" sldId="2147478973"/>
            <ac:cxnSpMk id="20" creationId="{079FFEAC-3665-60E4-FDE2-323A7AD509E1}"/>
          </ac:cxnSpMkLst>
        </pc:cxnChg>
        <pc:cxnChg chg="add mod">
          <ac:chgData name="Nikki Ashley" userId="b772c805-4989-4630-8c46-1300fd4fdaf2" providerId="ADAL" clId="{A1608157-08F1-4FAD-8516-F3E283C04CEE}" dt="2026-08-05T09:43:07.826" v="936" actId="1076"/>
          <ac:cxnSpMkLst>
            <pc:docMk/>
            <pc:sldMk cId="2966032110" sldId="2147478973"/>
            <ac:cxnSpMk id="22" creationId="{894E7F06-1E59-9A4C-E11F-3C30DA8D8529}"/>
          </ac:cxnSpMkLst>
        </pc:cxnChg>
        <pc:cxnChg chg="add mod">
          <ac:chgData name="Nikki Ashley" userId="b772c805-4989-4630-8c46-1300fd4fdaf2" providerId="ADAL" clId="{A1608157-08F1-4FAD-8516-F3E283C04CEE}" dt="2026-08-05T09:43:07.826" v="936" actId="1076"/>
          <ac:cxnSpMkLst>
            <pc:docMk/>
            <pc:sldMk cId="2966032110" sldId="2147478973"/>
            <ac:cxnSpMk id="23" creationId="{128AD77A-18AD-84DF-C458-3CF4F5739BCD}"/>
          </ac:cxnSpMkLst>
        </pc:cxnChg>
        <pc:cxnChg chg="add mod">
          <ac:chgData name="Nikki Ashley" userId="b772c805-4989-4630-8c46-1300fd4fdaf2" providerId="ADAL" clId="{A1608157-08F1-4FAD-8516-F3E283C04CEE}" dt="2026-08-05T09:43:07.826" v="936" actId="1076"/>
          <ac:cxnSpMkLst>
            <pc:docMk/>
            <pc:sldMk cId="2966032110" sldId="2147478973"/>
            <ac:cxnSpMk id="24" creationId="{4EBDAA35-6135-E81C-6B16-1DFF717DBD31}"/>
          </ac:cxnSpMkLst>
        </pc:cxnChg>
        <pc:cxnChg chg="add mod">
          <ac:chgData name="Nikki Ashley" userId="b772c805-4989-4630-8c46-1300fd4fdaf2" providerId="ADAL" clId="{A1608157-08F1-4FAD-8516-F3E283C04CEE}" dt="2026-08-05T09:43:07.826" v="936" actId="1076"/>
          <ac:cxnSpMkLst>
            <pc:docMk/>
            <pc:sldMk cId="2966032110" sldId="2147478973"/>
            <ac:cxnSpMk id="28" creationId="{2C4DF8B2-757C-B192-8BE2-36CAB9E186CF}"/>
          </ac:cxnSpMkLst>
        </pc:cxnChg>
        <pc:cxnChg chg="add mod">
          <ac:chgData name="Nikki Ashley" userId="b772c805-4989-4630-8c46-1300fd4fdaf2" providerId="ADAL" clId="{A1608157-08F1-4FAD-8516-F3E283C04CEE}" dt="2026-08-05T09:43:07.826" v="936" actId="1076"/>
          <ac:cxnSpMkLst>
            <pc:docMk/>
            <pc:sldMk cId="2966032110" sldId="2147478973"/>
            <ac:cxnSpMk id="29" creationId="{C2A18FEF-7E52-CA13-9C01-C6EFB6F84930}"/>
          </ac:cxnSpMkLst>
        </pc:cxnChg>
        <pc:cxnChg chg="add mod">
          <ac:chgData name="Nikki Ashley" userId="b772c805-4989-4630-8c46-1300fd4fdaf2" providerId="ADAL" clId="{A1608157-08F1-4FAD-8516-F3E283C04CEE}" dt="2026-08-05T09:41:02.272" v="909" actId="1582"/>
          <ac:cxnSpMkLst>
            <pc:docMk/>
            <pc:sldMk cId="2966032110" sldId="2147478973"/>
            <ac:cxnSpMk id="39" creationId="{659E940C-74E0-45D1-5B95-B519AF9084E6}"/>
          </ac:cxnSpMkLst>
        </pc:cxnChg>
        <pc:cxnChg chg="add mod">
          <ac:chgData name="Nikki Ashley" userId="b772c805-4989-4630-8c46-1300fd4fdaf2" providerId="ADAL" clId="{A1608157-08F1-4FAD-8516-F3E283C04CEE}" dt="2026-08-05T09:41:58.640" v="930" actId="14100"/>
          <ac:cxnSpMkLst>
            <pc:docMk/>
            <pc:sldMk cId="2966032110" sldId="2147478973"/>
            <ac:cxnSpMk id="42" creationId="{0ABA4547-14DE-3647-44EE-62B83A0F5593}"/>
          </ac:cxnSpMkLst>
        </pc:cxnChg>
        <pc:cxnChg chg="add mod">
          <ac:chgData name="Nikki Ashley" userId="b772c805-4989-4630-8c46-1300fd4fdaf2" providerId="ADAL" clId="{A1608157-08F1-4FAD-8516-F3E283C04CEE}" dt="2026-08-12T13:12:58.239" v="1922" actId="962"/>
          <ac:cxnSpMkLst>
            <pc:docMk/>
            <pc:sldMk cId="2966032110" sldId="2147478973"/>
            <ac:cxnSpMk id="45" creationId="{F5519A32-9E25-7E50-9C37-4C9C92A1504E}"/>
          </ac:cxnSpMkLst>
        </pc:cxnChg>
        <pc:cxnChg chg="add mod">
          <ac:chgData name="Nikki Ashley" userId="b772c805-4989-4630-8c46-1300fd4fdaf2" providerId="ADAL" clId="{A1608157-08F1-4FAD-8516-F3E283C04CEE}" dt="2026-08-05T09:45:02.668" v="951" actId="1076"/>
          <ac:cxnSpMkLst>
            <pc:docMk/>
            <pc:sldMk cId="2966032110" sldId="2147478973"/>
            <ac:cxnSpMk id="54" creationId="{9413163A-7620-6938-8B6F-4B913BA0C192}"/>
          </ac:cxnSpMkLst>
        </pc:cxnChg>
        <pc:cxnChg chg="add mod">
          <ac:chgData name="Nikki Ashley" userId="b772c805-4989-4630-8c46-1300fd4fdaf2" providerId="ADAL" clId="{A1608157-08F1-4FAD-8516-F3E283C04CEE}" dt="2026-08-05T09:44:46.014" v="948" actId="1076"/>
          <ac:cxnSpMkLst>
            <pc:docMk/>
            <pc:sldMk cId="2966032110" sldId="2147478973"/>
            <ac:cxnSpMk id="55" creationId="{08AC3B97-D4A5-E4D5-8701-2E256125641C}"/>
          </ac:cxnSpMkLst>
        </pc:cxnChg>
        <pc:cxnChg chg="add mod">
          <ac:chgData name="Nikki Ashley" userId="b772c805-4989-4630-8c46-1300fd4fdaf2" providerId="ADAL" clId="{A1608157-08F1-4FAD-8516-F3E283C04CEE}" dt="2026-08-05T09:45:13.226" v="953" actId="1076"/>
          <ac:cxnSpMkLst>
            <pc:docMk/>
            <pc:sldMk cId="2966032110" sldId="2147478973"/>
            <ac:cxnSpMk id="56" creationId="{5C7454BD-A951-557E-0B92-D8E3BAD4F121}"/>
          </ac:cxnSpMkLst>
        </pc:cxnChg>
        <pc:cxnChg chg="add mod">
          <ac:chgData name="Nikki Ashley" userId="b772c805-4989-4630-8c46-1300fd4fdaf2" providerId="ADAL" clId="{A1608157-08F1-4FAD-8516-F3E283C04CEE}" dt="2026-08-05T09:45:30.553" v="956" actId="1076"/>
          <ac:cxnSpMkLst>
            <pc:docMk/>
            <pc:sldMk cId="2966032110" sldId="2147478973"/>
            <ac:cxnSpMk id="57" creationId="{7A43C8C6-A3D2-2A37-A157-BF056C58E856}"/>
          </ac:cxnSpMkLst>
        </pc:cxnChg>
        <pc:cxnChg chg="add mod">
          <ac:chgData name="Nikki Ashley" userId="b772c805-4989-4630-8c46-1300fd4fdaf2" providerId="ADAL" clId="{A1608157-08F1-4FAD-8516-F3E283C04CEE}" dt="2026-08-05T09:45:49.031" v="960" actId="1076"/>
          <ac:cxnSpMkLst>
            <pc:docMk/>
            <pc:sldMk cId="2966032110" sldId="2147478973"/>
            <ac:cxnSpMk id="58" creationId="{1BA45BD8-08AB-2BD7-8A4D-10F51401B718}"/>
          </ac:cxnSpMkLst>
        </pc:cxnChg>
      </pc:sldChg>
      <pc:sldChg chg="addSp delSp modSp new mod modNotesTx">
        <pc:chgData name="Nikki Ashley" userId="b772c805-4989-4630-8c46-1300fd4fdaf2" providerId="ADAL" clId="{A1608157-08F1-4FAD-8516-F3E283C04CEE}" dt="2026-08-12T13:11:50.854" v="1921" actId="962"/>
        <pc:sldMkLst>
          <pc:docMk/>
          <pc:sldMk cId="68583138" sldId="2147478974"/>
        </pc:sldMkLst>
        <pc:spChg chg="mod">
          <ac:chgData name="Nikki Ashley" userId="b772c805-4989-4630-8c46-1300fd4fdaf2" providerId="ADAL" clId="{A1608157-08F1-4FAD-8516-F3E283C04CEE}" dt="2026-08-12T12:48:45.773" v="1551"/>
          <ac:spMkLst>
            <pc:docMk/>
            <pc:sldMk cId="68583138" sldId="2147478974"/>
            <ac:spMk id="2" creationId="{269F8017-5AAC-2E3D-4B13-96821582EDA9}"/>
          </ac:spMkLst>
        </pc:spChg>
        <pc:spChg chg="mod">
          <ac:chgData name="Nikki Ashley" userId="b772c805-4989-4630-8c46-1300fd4fdaf2" providerId="ADAL" clId="{A1608157-08F1-4FAD-8516-F3E283C04CEE}" dt="2026-08-12T13:02:03.627" v="1827" actId="20577"/>
          <ac:spMkLst>
            <pc:docMk/>
            <pc:sldMk cId="68583138" sldId="2147478974"/>
            <ac:spMk id="3" creationId="{DC3A4868-8D4F-17E1-EF50-728A23C07AF5}"/>
          </ac:spMkLst>
        </pc:spChg>
        <pc:spChg chg="del">
          <ac:chgData name="Nikki Ashley" userId="b772c805-4989-4630-8c46-1300fd4fdaf2" providerId="ADAL" clId="{A1608157-08F1-4FAD-8516-F3E283C04CEE}" dt="2026-08-12T11:13:52.121" v="1331" actId="478"/>
          <ac:spMkLst>
            <pc:docMk/>
            <pc:sldMk cId="68583138" sldId="2147478974"/>
            <ac:spMk id="4" creationId="{CA405626-8284-3C27-A5B3-4BF514845AC6}"/>
          </ac:spMkLst>
        </pc:spChg>
        <pc:spChg chg="add del mod">
          <ac:chgData name="Nikki Ashley" userId="b772c805-4989-4630-8c46-1300fd4fdaf2" providerId="ADAL" clId="{A1608157-08F1-4FAD-8516-F3E283C04CEE}" dt="2026-08-12T11:28:17.814" v="1386" actId="478"/>
          <ac:spMkLst>
            <pc:docMk/>
            <pc:sldMk cId="68583138" sldId="2147478974"/>
            <ac:spMk id="5" creationId="{B5963F41-B834-66C8-351F-35BE81275D91}"/>
          </ac:spMkLst>
        </pc:spChg>
        <pc:spChg chg="add mod ord">
          <ac:chgData name="Nikki Ashley" userId="b772c805-4989-4630-8c46-1300fd4fdaf2" providerId="ADAL" clId="{A1608157-08F1-4FAD-8516-F3E283C04CEE}" dt="2026-08-12T12:59:47.971" v="1798" actId="20577"/>
          <ac:spMkLst>
            <pc:docMk/>
            <pc:sldMk cId="68583138" sldId="2147478974"/>
            <ac:spMk id="6" creationId="{301FB239-3929-9A3F-900E-8F856B19FC20}"/>
          </ac:spMkLst>
        </pc:spChg>
        <pc:spChg chg="add del mod">
          <ac:chgData name="Nikki Ashley" userId="b772c805-4989-4630-8c46-1300fd4fdaf2" providerId="ADAL" clId="{A1608157-08F1-4FAD-8516-F3E283C04CEE}" dt="2026-08-12T11:27:28.405" v="1379"/>
          <ac:spMkLst>
            <pc:docMk/>
            <pc:sldMk cId="68583138" sldId="2147478974"/>
            <ac:spMk id="7" creationId="{1979C8E8-D9FB-0A0A-F71B-9468016AD0BC}"/>
          </ac:spMkLst>
        </pc:spChg>
        <pc:spChg chg="add del mod">
          <ac:chgData name="Nikki Ashley" userId="b772c805-4989-4630-8c46-1300fd4fdaf2" providerId="ADAL" clId="{A1608157-08F1-4FAD-8516-F3E283C04CEE}" dt="2026-08-12T11:28:19.981" v="1387" actId="478"/>
          <ac:spMkLst>
            <pc:docMk/>
            <pc:sldMk cId="68583138" sldId="2147478974"/>
            <ac:spMk id="9" creationId="{CA92B9E7-DB44-7164-5B68-1B711A99AAE7}"/>
          </ac:spMkLst>
        </pc:spChg>
        <pc:spChg chg="add mod">
          <ac:chgData name="Nikki Ashley" userId="b772c805-4989-4630-8c46-1300fd4fdaf2" providerId="ADAL" clId="{A1608157-08F1-4FAD-8516-F3E283C04CEE}" dt="2026-08-12T13:11:38.589" v="1917" actId="962"/>
          <ac:spMkLst>
            <pc:docMk/>
            <pc:sldMk cId="68583138" sldId="2147478974"/>
            <ac:spMk id="10" creationId="{CD5A8E79-A292-85B4-0DFD-BABFB52CD30C}"/>
          </ac:spMkLst>
        </pc:spChg>
        <pc:spChg chg="add mod">
          <ac:chgData name="Nikki Ashley" userId="b772c805-4989-4630-8c46-1300fd4fdaf2" providerId="ADAL" clId="{A1608157-08F1-4FAD-8516-F3E283C04CEE}" dt="2026-08-12T13:11:39.544" v="1918" actId="962"/>
          <ac:spMkLst>
            <pc:docMk/>
            <pc:sldMk cId="68583138" sldId="2147478974"/>
            <ac:spMk id="12" creationId="{8C1879D3-2D22-FAA0-184D-719653C8C074}"/>
          </ac:spMkLst>
        </pc:spChg>
        <pc:spChg chg="add mod">
          <ac:chgData name="Nikki Ashley" userId="b772c805-4989-4630-8c46-1300fd4fdaf2" providerId="ADAL" clId="{A1608157-08F1-4FAD-8516-F3E283C04CEE}" dt="2026-08-12T12:48:30.435" v="1550" actId="1076"/>
          <ac:spMkLst>
            <pc:docMk/>
            <pc:sldMk cId="68583138" sldId="2147478974"/>
            <ac:spMk id="27" creationId="{1A8DC1A5-E5C8-AD58-F75C-3DB54987A1C1}"/>
          </ac:spMkLst>
        </pc:spChg>
        <pc:spChg chg="add mod">
          <ac:chgData name="Nikki Ashley" userId="b772c805-4989-4630-8c46-1300fd4fdaf2" providerId="ADAL" clId="{A1608157-08F1-4FAD-8516-F3E283C04CEE}" dt="2026-08-12T12:48:30.435" v="1550" actId="1076"/>
          <ac:spMkLst>
            <pc:docMk/>
            <pc:sldMk cId="68583138" sldId="2147478974"/>
            <ac:spMk id="29" creationId="{1D3AF136-9B63-C2E4-871F-447D6563BC34}"/>
          </ac:spMkLst>
        </pc:spChg>
        <pc:spChg chg="add mod">
          <ac:chgData name="Nikki Ashley" userId="b772c805-4989-4630-8c46-1300fd4fdaf2" providerId="ADAL" clId="{A1608157-08F1-4FAD-8516-F3E283C04CEE}" dt="2026-08-12T12:48:30.435" v="1550" actId="1076"/>
          <ac:spMkLst>
            <pc:docMk/>
            <pc:sldMk cId="68583138" sldId="2147478974"/>
            <ac:spMk id="30" creationId="{52537317-A51C-7AD2-EC6C-372775177C2A}"/>
          </ac:spMkLst>
        </pc:spChg>
        <pc:cxnChg chg="add mod">
          <ac:chgData name="Nikki Ashley" userId="b772c805-4989-4630-8c46-1300fd4fdaf2" providerId="ADAL" clId="{A1608157-08F1-4FAD-8516-F3E283C04CEE}" dt="2026-08-12T13:11:46.974" v="1919" actId="962"/>
          <ac:cxnSpMkLst>
            <pc:docMk/>
            <pc:sldMk cId="68583138" sldId="2147478974"/>
            <ac:cxnSpMk id="14" creationId="{781BBF94-02E7-9005-2406-9B6BAFC4E73B}"/>
          </ac:cxnSpMkLst>
        </pc:cxnChg>
        <pc:cxnChg chg="add mod">
          <ac:chgData name="Nikki Ashley" userId="b772c805-4989-4630-8c46-1300fd4fdaf2" providerId="ADAL" clId="{A1608157-08F1-4FAD-8516-F3E283C04CEE}" dt="2026-08-12T13:11:49.496" v="1920" actId="962"/>
          <ac:cxnSpMkLst>
            <pc:docMk/>
            <pc:sldMk cId="68583138" sldId="2147478974"/>
            <ac:cxnSpMk id="15" creationId="{CC3E890B-C63C-7791-BE9D-EB5F03D8E98F}"/>
          </ac:cxnSpMkLst>
        </pc:cxnChg>
        <pc:cxnChg chg="add mod">
          <ac:chgData name="Nikki Ashley" userId="b772c805-4989-4630-8c46-1300fd4fdaf2" providerId="ADAL" clId="{A1608157-08F1-4FAD-8516-F3E283C04CEE}" dt="2026-08-12T13:11:50.854" v="1921" actId="962"/>
          <ac:cxnSpMkLst>
            <pc:docMk/>
            <pc:sldMk cId="68583138" sldId="2147478974"/>
            <ac:cxnSpMk id="16" creationId="{FE0260A1-3FE1-4C86-788D-2BDF3F0FC1C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36A084-A6E7-2FCE-D995-7D9CE0E728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79B94-FE98-1A60-E07A-2A4F2CE9B1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D2678-7774-4C2C-A0FD-F6E876C83EDC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67ED1-350E-3A77-F678-F95C4359CC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E557F-3DFF-B652-5374-1466734180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E5F90-8B8F-4008-909E-ED0568495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55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23216-62A0-402A-BDE4-6B2FF40FACB5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EC50F-6B78-43A7-AF39-E4BB37AC4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8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userDrawn="1">
  <p:cSld name="1. Opening Slide - Module Title (Buildings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1600" y="0"/>
            <a:ext cx="57404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090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Tech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13;p37">
            <a:extLst>
              <a:ext uri="{FF2B5EF4-FFF2-40B4-BE49-F238E27FC236}">
                <a16:creationId xmlns:a16="http://schemas.microsoft.com/office/drawing/2014/main" id="{366FD8AD-23C3-A990-F703-D1E9CA6A446C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8603" y="0"/>
            <a:ext cx="6143397" cy="6857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9522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People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65;p40">
            <a:extLst>
              <a:ext uri="{FF2B5EF4-FFF2-40B4-BE49-F238E27FC236}">
                <a16:creationId xmlns:a16="http://schemas.microsoft.com/office/drawing/2014/main" id="{E878EAB5-13BB-4C84-541F-26068B3F3B4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9622" y="0"/>
            <a:ext cx="6142378" cy="68566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7220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2. Contents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9;p63">
            <a:extLst>
              <a:ext uri="{FF2B5EF4-FFF2-40B4-BE49-F238E27FC236}">
                <a16:creationId xmlns:a16="http://schemas.microsoft.com/office/drawing/2014/main" id="{9636DEDE-5496-E5FD-86B7-A43E7E72945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07552" y="368823"/>
            <a:ext cx="7712503" cy="4521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>
                <a:solidFill>
                  <a:schemeClr val="accent5"/>
                </a:solidFill>
                <a:latin typeface="+mj-lt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Contents/Agenda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75A024A-C2DC-A34D-060A-2BE2024BFD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419278"/>
            <a:ext cx="7324725" cy="1255029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spcBef>
                <a:spcPts val="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5"/>
                </a:solidFill>
                <a:latin typeface="+mn-lt"/>
              </a:defRPr>
            </a:lvl1pPr>
            <a:lvl2pPr>
              <a:buNone/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r>
              <a:rPr lang="en-US"/>
              <a:t>Bullets in single text box</a:t>
            </a:r>
          </a:p>
        </p:txBody>
      </p:sp>
    </p:spTree>
    <p:extLst>
      <p:ext uri="{BB962C8B-B14F-4D97-AF65-F5344CB8AC3E}">
        <p14:creationId xmlns:p14="http://schemas.microsoft.com/office/powerpoint/2010/main" val="50829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>
  <p:cSld name="Section Divider Title (buildings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47;p33" descr="A group of buildings with circles&#10;&#10;Description automatically generated with medium confidence">
            <a:extLst>
              <a:ext uri="{FF2B5EF4-FFF2-40B4-BE49-F238E27FC236}">
                <a16:creationId xmlns:a16="http://schemas.microsoft.com/office/drawing/2014/main" id="{7AFDADF8-2899-7BB7-3BCA-2DA6399383A7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3" y="4216"/>
            <a:ext cx="557212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2841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Tech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99;p36">
            <a:extLst>
              <a:ext uri="{FF2B5EF4-FFF2-40B4-BE49-F238E27FC236}">
                <a16:creationId xmlns:a16="http://schemas.microsoft.com/office/drawing/2014/main" id="{197E557C-1E4F-953E-B099-48354C8B340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8" y="0"/>
            <a:ext cx="5572122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740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people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4" y="0"/>
            <a:ext cx="55721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0658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userDrawn="1">
  <p:cSld name="All white">
    <p:bg>
      <p:bgPr>
        <a:solidFill>
          <a:schemeClr val="accent5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1"/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" name="Google Shape;46;p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17C7E39-5E27-FF5E-7381-F9227F2EF8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0"/>
            <a:ext cx="11249946" cy="4177429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C1C231-09F7-0D90-503F-95590332C1C2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19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userDrawn="1">
  <p:cSld name="Large graphic white">
    <p:bg>
      <p:bgPr>
        <a:solidFill>
          <a:schemeClr val="accent5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9DE6E8E-F450-DA8C-67D8-79C1EB56D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4050" y="1381147"/>
            <a:ext cx="10960100" cy="4352925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Google Shape;44;p51">
            <a:extLst>
              <a:ext uri="{FF2B5EF4-FFF2-40B4-BE49-F238E27FC236}">
                <a16:creationId xmlns:a16="http://schemas.microsoft.com/office/drawing/2014/main" id="{EB5FEA34-654C-DA84-2423-8D72F41251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662E31F8-EEB8-36CE-733A-6D49523C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19F447-DD69-8D7E-495C-7F01FFE1D6D4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655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userDrawn="1">
  <p:cSld name="All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7852" y="1265129"/>
            <a:ext cx="11175637" cy="4334005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95EFCA6C-4D6D-86B7-9BDB-52B0EBEC5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3B1EA3-FD3E-D0AA-7FA1-7093511D1197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6576C1F4-BB77-302A-9994-3E871B59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33229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9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Large Graphic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CDDACC2-0047-8E85-21AE-9C4902A1A9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203" y="1292195"/>
            <a:ext cx="11029947" cy="4352925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85AA81DB-A34A-D4AC-FF29-3128F398A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D8B1A9-EB9F-FC0C-99D2-CE9D911CB8D3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FD516836-8848-3F23-A31D-7CABB154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6247213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20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50 whi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AC9BBB3-E8BE-6913-26BA-B8530C695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6201" y="1271392"/>
            <a:ext cx="5065260" cy="454458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Google Shape;44;p51">
            <a:extLst>
              <a:ext uri="{FF2B5EF4-FFF2-40B4-BE49-F238E27FC236}">
                <a16:creationId xmlns:a16="http://schemas.microsoft.com/office/drawing/2014/main" id="{B1450141-7833-DC84-66FB-844EFF776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06390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9C67F7-F81D-AC3F-AFDF-166263988D30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D2E48150-13F1-979A-0F38-5DA244213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A6DB64-8F97-58B7-1080-DCC17FECB1ED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D75BB9F-0838-23BF-9EB3-21C3B20985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2" y="1351094"/>
            <a:ext cx="508180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40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userDrawn="1">
  <p:cSld name="5050 white right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DD6FC6-E947-92C4-2A86-7BBDEE2E3F53}"/>
              </a:ext>
            </a:extLst>
          </p:cNvPr>
          <p:cNvSpPr/>
          <p:nvPr userDrawn="1"/>
        </p:nvSpPr>
        <p:spPr>
          <a:xfrm>
            <a:off x="6047985" y="0"/>
            <a:ext cx="614401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75245" y="1351094"/>
            <a:ext cx="4730968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370E6A8-EF34-BF7E-2060-311D7E7397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4211" y="1351094"/>
            <a:ext cx="508180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731E0B8-A492-35CD-C547-F8DA4479C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081807" cy="471199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21" name="Google Shape;46;p51">
            <a:extLst>
              <a:ext uri="{FF2B5EF4-FFF2-40B4-BE49-F238E27FC236}">
                <a16:creationId xmlns:a16="http://schemas.microsoft.com/office/drawing/2014/main" id="{5D8CC788-3A0F-CC3B-300E-1E49EDB48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FB184C1-1AD6-87F8-06A7-ED3156C00576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755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50 all text">
    <p:bg>
      <p:bgRef idx="1001">
        <a:schemeClr val="bg1"/>
      </p:bgRef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E7683-451D-FD79-F90A-E121C18463C0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07AB3-DC81-29E8-AB2D-9F7EF716F8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16720" y="1323567"/>
            <a:ext cx="4489493" cy="4487862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323567"/>
            <a:ext cx="4349793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Google Shape;44;p51">
            <a:extLst>
              <a:ext uri="{FF2B5EF4-FFF2-40B4-BE49-F238E27FC236}">
                <a16:creationId xmlns:a16="http://schemas.microsoft.com/office/drawing/2014/main" id="{A32FCD73-FA02-FD5B-4840-DF0555A8E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F5191D18-6917-34A4-AEDD-5CFA8F94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CE033-5E90-4F6A-221A-F2B64873B811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786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navy left">
    <p:bg>
      <p:bgPr>
        <a:solidFill>
          <a:srgbClr val="191A24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90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white left"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992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navy left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180951-6317-01D7-C3DF-29AB20A3E379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94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white left">
    <p:bg>
      <p:bgPr>
        <a:solidFill>
          <a:schemeClr val="accent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FABB6DB-40B9-B2E5-42D5-04F594EA40DB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972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 (Small)_notitle" userDrawn="1">
  <p:cSld name="slim navy right"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39EFA-9878-4448-19F8-7CBA49757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59074"/>
            <a:ext cx="8889367" cy="4717876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27603C-C6C8-16CF-4B2E-C279B725AD82}"/>
              </a:ext>
            </a:extLst>
          </p:cNvPr>
          <p:cNvSpPr/>
          <p:nvPr userDrawn="1"/>
        </p:nvSpPr>
        <p:spPr>
          <a:xfrm>
            <a:off x="10002032" y="-2274"/>
            <a:ext cx="2189967" cy="6858000"/>
          </a:xfrm>
          <a:prstGeom prst="rect">
            <a:avLst/>
          </a:prstGeom>
          <a:solidFill>
            <a:srgbClr val="191A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Google Shape;44;p51">
            <a:extLst>
              <a:ext uri="{FF2B5EF4-FFF2-40B4-BE49-F238E27FC236}">
                <a16:creationId xmlns:a16="http://schemas.microsoft.com/office/drawing/2014/main" id="{1D4CBCE8-93A0-D490-0759-20C53439C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610CA262-F9E2-F7A8-14C9-941313AB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36F966-F689-DCAB-F6E2-A2951A56CF2A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344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 (Small)_notitle" preserve="1" userDrawn="1">
  <p:cSld name="slim white right">
    <p:bg>
      <p:bgPr>
        <a:solidFill>
          <a:srgbClr val="191A2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39EFA-9878-4448-19F8-7CBA49757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59074"/>
            <a:ext cx="8889367" cy="4269091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27603C-C6C8-16CF-4B2E-C279B725AD82}"/>
              </a:ext>
            </a:extLst>
          </p:cNvPr>
          <p:cNvSpPr/>
          <p:nvPr userDrawn="1"/>
        </p:nvSpPr>
        <p:spPr>
          <a:xfrm>
            <a:off x="10002032" y="-2274"/>
            <a:ext cx="21899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Google Shape;44;p51">
            <a:extLst>
              <a:ext uri="{FF2B5EF4-FFF2-40B4-BE49-F238E27FC236}">
                <a16:creationId xmlns:a16="http://schemas.microsoft.com/office/drawing/2014/main" id="{1D4CBCE8-93A0-D490-0759-20C53439C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610CA262-F9E2-F7A8-14C9-941313AB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36F966-F689-DCAB-F6E2-A2951A56CF2A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616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Slide_Title" userDrawn="1">
  <p:cSld name="navy breaker bottom">
    <p:bg>
      <p:bgPr>
        <a:solidFill>
          <a:schemeClr val="accent5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814"/>
          <a:stretch>
            <a:fillRect/>
          </a:stretch>
        </p:blipFill>
        <p:spPr>
          <a:xfrm>
            <a:off x="0" y="2758508"/>
            <a:ext cx="12192000" cy="40994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0BA2F41-1775-2919-CD16-FC96054EB9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211" y="1277655"/>
            <a:ext cx="11108734" cy="413721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12C73950-769D-F72F-8D17-C34CFFE69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9120103-F46D-DDFD-C42D-4C141511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9316090" cy="471199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C60A96-D462-F6C9-0598-AE53132DC3EB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01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</a:extLst>
          </p:cNvPr>
          <p:cNvSpPr/>
          <p:nvPr userDrawn="1"/>
        </p:nvSpPr>
        <p:spPr>
          <a:xfrm>
            <a:off x="4273844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</a:extLst>
          </p:cNvPr>
          <p:cNvSpPr/>
          <p:nvPr userDrawn="1"/>
        </p:nvSpPr>
        <p:spPr>
          <a:xfrm>
            <a:off x="8040135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</a:extLst>
          </p:cNvPr>
          <p:cNvSpPr/>
          <p:nvPr userDrawn="1"/>
        </p:nvSpPr>
        <p:spPr>
          <a:xfrm>
            <a:off x="507552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66708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white">
    <p:bg>
      <p:bgPr>
        <a:solidFill>
          <a:srgbClr val="19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</a:extLst>
          </p:cNvPr>
          <p:cNvSpPr/>
          <p:nvPr userDrawn="1"/>
        </p:nvSpPr>
        <p:spPr>
          <a:xfrm>
            <a:off x="4273844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</a:extLst>
          </p:cNvPr>
          <p:cNvSpPr/>
          <p:nvPr userDrawn="1"/>
        </p:nvSpPr>
        <p:spPr>
          <a:xfrm>
            <a:off x="8040135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</a:extLst>
          </p:cNvPr>
          <p:cNvSpPr/>
          <p:nvPr userDrawn="1"/>
        </p:nvSpPr>
        <p:spPr>
          <a:xfrm>
            <a:off x="507552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buFont typeface="Arial" panose="020B0604020202020204" pitchFamily="34" charset="0"/>
              <a:buNone/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45085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30934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Summary Slide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200" y="1589088"/>
            <a:ext cx="6842786" cy="4488929"/>
          </a:xfrm>
          <a:solidFill>
            <a:schemeClr val="bg2"/>
          </a:solidFill>
        </p:spPr>
        <p:txBody>
          <a:bodyPr/>
          <a:lstStyle>
            <a:lvl1pPr marL="5715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tabLst/>
              <a:defRPr sz="20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defRPr sz="18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defRPr sz="16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defRPr sz="14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defRPr sz="12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sp>
        <p:nvSpPr>
          <p:cNvPr id="2" name="Google Shape;52;p45">
            <a:extLst>
              <a:ext uri="{FF2B5EF4-FFF2-40B4-BE49-F238E27FC236}">
                <a16:creationId xmlns:a16="http://schemas.microsoft.com/office/drawing/2014/main" id="{83DF1D4F-66B8-9173-BB51-DBAB8E0D8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0653" y="322379"/>
            <a:ext cx="4532491" cy="52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1AB38591-4890-06AA-89B2-67837DAA2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364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End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485C68-A35C-0953-D5B1-08400B02B0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Thank You Slide</a:t>
            </a:r>
            <a:endParaRPr lang="en-US"/>
          </a:p>
        </p:txBody>
      </p:sp>
      <p:pic>
        <p:nvPicPr>
          <p:cNvPr id="6" name="Google Shape;643;p24">
            <a:extLst>
              <a:ext uri="{FF2B5EF4-FFF2-40B4-BE49-F238E27FC236}">
                <a16:creationId xmlns:a16="http://schemas.microsoft.com/office/drawing/2014/main" id="{A78E0165-26D0-45F0-A105-C6068552D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4781" y="6122338"/>
            <a:ext cx="1602437" cy="2733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89680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Question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D99E9CF9-9EB9-E4D4-FE71-2F4858D2B4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Questions Slide</a:t>
            </a:r>
            <a:endParaRPr lang="en-US"/>
          </a:p>
        </p:txBody>
      </p:sp>
      <p:pic>
        <p:nvPicPr>
          <p:cNvPr id="2" name="Google Shape;15;p43">
            <a:extLst>
              <a:ext uri="{FF2B5EF4-FFF2-40B4-BE49-F238E27FC236}">
                <a16:creationId xmlns:a16="http://schemas.microsoft.com/office/drawing/2014/main" id="{D8CA3ED5-6F0C-461A-86E7-79A6FF20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578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86C03-60A1-7394-584D-12B4F9FA8A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222" y="1253330"/>
            <a:ext cx="11272577" cy="4735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5DECC-5944-6AF5-0E9A-D6C8EEAA2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23" y="365125"/>
            <a:ext cx="11267554" cy="720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FE85A-A070-6764-5E7E-02B040D31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134B45-AF8D-4DE1-B6B3-818C9AE12B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787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0232B-D4C6-EEFF-9C7E-30F8740D40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Source text same as footnote; no hanging indent</a:t>
            </a:r>
          </a:p>
          <a:p>
            <a:pPr marL="114300" indent="-114300">
              <a:buFont typeface="+mj-lt"/>
              <a:buAutoNum type="arabicPeriod"/>
            </a:pPr>
            <a:r>
              <a:rPr lang="en-US"/>
              <a:t>Footnotes are Aptos font, 8 pt.</a:t>
            </a:r>
          </a:p>
        </p:txBody>
      </p:sp>
    </p:spTree>
    <p:extLst>
      <p:ext uri="{BB962C8B-B14F-4D97-AF65-F5344CB8AC3E}">
        <p14:creationId xmlns:p14="http://schemas.microsoft.com/office/powerpoint/2010/main" val="31450496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notitle">
  <p:cSld name="Content slide_no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11403105" y="6356350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4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86228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userDrawn="1">
  <p:cSld name="1_Title and subtitle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1600" y="0"/>
            <a:ext cx="57404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2823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2_Title and subtitle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13;p37">
            <a:extLst>
              <a:ext uri="{FF2B5EF4-FFF2-40B4-BE49-F238E27FC236}">
                <a16:creationId xmlns:a16="http://schemas.microsoft.com/office/drawing/2014/main" id="{366FD8AD-23C3-A990-F703-D1E9CA6A446C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8603" y="0"/>
            <a:ext cx="6143397" cy="6857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734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3_Title and subtitle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65;p40">
            <a:extLst>
              <a:ext uri="{FF2B5EF4-FFF2-40B4-BE49-F238E27FC236}">
                <a16:creationId xmlns:a16="http://schemas.microsoft.com/office/drawing/2014/main" id="{E878EAB5-13BB-4C84-541F-26068B3F3B4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9622" y="0"/>
            <a:ext cx="6142378" cy="68566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4473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Full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9;p63">
            <a:extLst>
              <a:ext uri="{FF2B5EF4-FFF2-40B4-BE49-F238E27FC236}">
                <a16:creationId xmlns:a16="http://schemas.microsoft.com/office/drawing/2014/main" id="{9636DEDE-5496-E5FD-86B7-A43E7E72945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07552" y="368823"/>
            <a:ext cx="7712503" cy="4521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>
                <a:solidFill>
                  <a:schemeClr val="accent5"/>
                </a:solidFill>
                <a:latin typeface="+mj-lt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Contents/Agenda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75A024A-C2DC-A34D-060A-2BE2024BFD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419278"/>
            <a:ext cx="7324725" cy="1255029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spcBef>
                <a:spcPts val="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5"/>
                </a:solidFill>
                <a:latin typeface="+mn-lt"/>
              </a:defRPr>
            </a:lvl1pPr>
            <a:lvl2pPr>
              <a:buNone/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r>
              <a:rPr lang="en-US"/>
              <a:t>Bullets in single text box</a:t>
            </a:r>
          </a:p>
        </p:txBody>
      </p:sp>
    </p:spTree>
    <p:extLst>
      <p:ext uri="{BB962C8B-B14F-4D97-AF65-F5344CB8AC3E}">
        <p14:creationId xmlns:p14="http://schemas.microsoft.com/office/powerpoint/2010/main" val="14936797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>
  <p:cSld name="4_Title and subtitle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47;p33" descr="A group of buildings with circles&#10;&#10;Description automatically generated with medium confidence">
            <a:extLst>
              <a:ext uri="{FF2B5EF4-FFF2-40B4-BE49-F238E27FC236}">
                <a16:creationId xmlns:a16="http://schemas.microsoft.com/office/drawing/2014/main" id="{7AFDADF8-2899-7BB7-3BCA-2DA6399383A7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3" y="4216"/>
            <a:ext cx="557212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797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5_Title and subtitle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99;p36">
            <a:extLst>
              <a:ext uri="{FF2B5EF4-FFF2-40B4-BE49-F238E27FC236}">
                <a16:creationId xmlns:a16="http://schemas.microsoft.com/office/drawing/2014/main" id="{197E557C-1E4F-953E-B099-48354C8B340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8" y="0"/>
            <a:ext cx="5572122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8779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6_Title and subtitle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4" y="0"/>
            <a:ext cx="55721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7842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userDrawn="1">
  <p:cSld name="Content slide">
    <p:bg>
      <p:bgPr>
        <a:solidFill>
          <a:schemeClr val="accent5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1"/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" name="Google Shape;46;p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17C7E39-5E27-FF5E-7381-F9227F2EF8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0"/>
            <a:ext cx="11249946" cy="4177429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C1C231-09F7-0D90-503F-95590332C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851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userDrawn="1">
  <p:cSld name="1_Full navy">
    <p:bg>
      <p:bgPr>
        <a:solidFill>
          <a:schemeClr val="accent5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9DE6E8E-F450-DA8C-67D8-79C1EB56D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4050" y="1381147"/>
            <a:ext cx="10960100" cy="4352925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662E31F8-EEB8-36CE-733A-6D49523C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4;p51">
            <a:extLst>
              <a:ext uri="{FF2B5EF4-FFF2-40B4-BE49-F238E27FC236}">
                <a16:creationId xmlns:a16="http://schemas.microsoft.com/office/drawing/2014/main" id="{EB5FEA34-654C-DA84-2423-8D72F41251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19F447-DD69-8D7E-495C-7F01FFE1D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639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userDrawn="1">
  <p:cSld name="2_Full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576C1F4-BB77-302A-9994-3E871B59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33229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7852" y="1265129"/>
            <a:ext cx="11175637" cy="4334005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95EFCA6C-4D6D-86B7-9BDB-52B0EBEC5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3B1EA3-FD3E-D0AA-7FA1-7093511D1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1697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3_Full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516836-8848-3F23-A31D-7CABB154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6247213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CDDACC2-0047-8E85-21AE-9C4902A1A9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203" y="1292195"/>
            <a:ext cx="11029947" cy="4352925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85AA81DB-A34A-D4AC-FF29-3128F398A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D8B1A9-EB9F-FC0C-99D2-CE9D911CB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187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50 whi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44;p51">
            <a:extLst>
              <a:ext uri="{FF2B5EF4-FFF2-40B4-BE49-F238E27FC236}">
                <a16:creationId xmlns:a16="http://schemas.microsoft.com/office/drawing/2014/main" id="{B1450141-7833-DC84-66FB-844EFF776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06390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AC9BBB3-E8BE-6913-26BA-B8530C695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6201" y="1271392"/>
            <a:ext cx="5065260" cy="454458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9C67F7-F81D-AC3F-AFDF-16626398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D2E48150-13F1-979A-0F38-5DA244213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A6DB64-8F97-58B7-1080-DCC17FECB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D75BB9F-0838-23BF-9EB3-21C3B20985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2" y="1351094"/>
            <a:ext cx="508180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42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userDrawn="1">
  <p:cSld name="Compare - Side break LHS_notitle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DD6FC6-E947-92C4-2A86-7BBDEE2E3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47985" y="0"/>
            <a:ext cx="614401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731E0B8-A492-35CD-C547-F8DA4479C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081807" cy="471199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370E6A8-EF34-BF7E-2060-311D7E7397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4211" y="1351094"/>
            <a:ext cx="508180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75245" y="1351094"/>
            <a:ext cx="4730968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21" name="Google Shape;46;p51">
            <a:extLst>
              <a:ext uri="{FF2B5EF4-FFF2-40B4-BE49-F238E27FC236}">
                <a16:creationId xmlns:a16="http://schemas.microsoft.com/office/drawing/2014/main" id="{5D8CC788-3A0F-CC3B-300E-1E49EDB48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FB184C1-1AD6-87F8-06A7-ED3156C00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85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Compare - Side break RHS">
    <p:bg>
      <p:bgRef idx="1001">
        <a:schemeClr val="bg1"/>
      </p:bgRef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E7683-451D-FD79-F90A-E121C1846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44;p51">
            <a:extLst>
              <a:ext uri="{FF2B5EF4-FFF2-40B4-BE49-F238E27FC236}">
                <a16:creationId xmlns:a16="http://schemas.microsoft.com/office/drawing/2014/main" id="{A32FCD73-FA02-FD5B-4840-DF0555A8E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323567"/>
            <a:ext cx="4349793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07AB3-DC81-29E8-AB2D-9F7EF716F8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16720" y="1323567"/>
            <a:ext cx="4489493" cy="4487862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F5191D18-6917-34A4-AEDD-5CFA8F94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CE033-5E90-4F6A-221A-F2B64873B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425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1_Compare - Side break RHS">
    <p:bg>
      <p:bgPr>
        <a:solidFill>
          <a:srgbClr val="191A24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383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2_Compare - Side break RHS"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905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1_Compare - Side break LHS_notitle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180951-6317-01D7-C3DF-29AB20A3E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34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2_Compare - Side break LHS_notitle">
    <p:bg>
      <p:bgPr>
        <a:solidFill>
          <a:schemeClr val="accent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FABB6DB-40B9-B2E5-42D5-04F594EA4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419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 (Small)_notitle" userDrawn="1">
  <p:cSld name="Compare - Side break RHS (Small)_notitle"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4;p51">
            <a:extLst>
              <a:ext uri="{FF2B5EF4-FFF2-40B4-BE49-F238E27FC236}">
                <a16:creationId xmlns:a16="http://schemas.microsoft.com/office/drawing/2014/main" id="{1D4CBCE8-93A0-D490-0759-20C53439C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39EFA-9878-4448-19F8-7CBA49757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59074"/>
            <a:ext cx="8889367" cy="4717876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27603C-C6C8-16CF-4B2E-C279B725A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02032" y="-2274"/>
            <a:ext cx="2189967" cy="6858000"/>
          </a:xfrm>
          <a:prstGeom prst="rect">
            <a:avLst/>
          </a:prstGeom>
          <a:solidFill>
            <a:srgbClr val="191A2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610CA262-F9E2-F7A8-14C9-941313AB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36F966-F689-DCAB-F6E2-A2951A56C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775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 (Small)_notitle" preserve="1" userDrawn="1">
  <p:cSld name="1_Compare - Side break RHS (Small)_notitle">
    <p:bg>
      <p:bgPr>
        <a:solidFill>
          <a:srgbClr val="191A2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4;p51">
            <a:extLst>
              <a:ext uri="{FF2B5EF4-FFF2-40B4-BE49-F238E27FC236}">
                <a16:creationId xmlns:a16="http://schemas.microsoft.com/office/drawing/2014/main" id="{1D4CBCE8-93A0-D490-0759-20C53439C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39EFA-9878-4448-19F8-7CBA49757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59074"/>
            <a:ext cx="8889367" cy="4269091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27603C-C6C8-16CF-4B2E-C279B725AD82}"/>
              </a:ext>
            </a:extLst>
          </p:cNvPr>
          <p:cNvSpPr/>
          <p:nvPr userDrawn="1"/>
        </p:nvSpPr>
        <p:spPr>
          <a:xfrm>
            <a:off x="10002032" y="-2274"/>
            <a:ext cx="21899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610CA262-F9E2-F7A8-14C9-941313AB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36F966-F689-DCAB-F6E2-A2951A56C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203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Slide_Title" userDrawn="1">
  <p:cSld name="7_Slide_Title">
    <p:bg>
      <p:bgPr>
        <a:solidFill>
          <a:schemeClr val="accent5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814"/>
          <a:stretch>
            <a:fillRect/>
          </a:stretch>
        </p:blipFill>
        <p:spPr>
          <a:xfrm>
            <a:off x="0" y="2758508"/>
            <a:ext cx="12192000" cy="40994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9120103-F46D-DDFD-C42D-4C141511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9316090" cy="471199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0BA2F41-1775-2919-CD16-FC96054EB9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211" y="1277655"/>
            <a:ext cx="11108734" cy="413721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12C73950-769D-F72F-8D17-C34CFFE69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C60A96-D462-F6C9-0598-AE53132DC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95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73843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40135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552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5838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white">
    <p:bg>
      <p:bgPr>
        <a:solidFill>
          <a:srgbClr val="19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73843" y="1477781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40135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552" y="1479600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buFont typeface="Arial" panose="020B0604020202020204" pitchFamily="34" charset="0"/>
              <a:buNone/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45085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59311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4_Full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;p45">
            <a:extLst>
              <a:ext uri="{FF2B5EF4-FFF2-40B4-BE49-F238E27FC236}">
                <a16:creationId xmlns:a16="http://schemas.microsoft.com/office/drawing/2014/main" id="{83DF1D4F-66B8-9173-BB51-DBAB8E0D8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0653" y="322379"/>
            <a:ext cx="4532491" cy="52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200" y="1589088"/>
            <a:ext cx="6842786" cy="4488929"/>
          </a:xfrm>
          <a:solidFill>
            <a:schemeClr val="bg2"/>
          </a:solidFill>
        </p:spPr>
        <p:txBody>
          <a:bodyPr/>
          <a:lstStyle>
            <a:lvl1pPr marL="5715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tabLst/>
              <a:defRPr sz="20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defRPr sz="18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defRPr sz="16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defRPr sz="14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defRPr sz="12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1AB38591-4890-06AA-89B2-67837DAA2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2036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Blank_dark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485C68-A35C-0953-D5B1-08400B02B0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Thank You Slide</a:t>
            </a:r>
            <a:endParaRPr lang="en-US"/>
          </a:p>
        </p:txBody>
      </p:sp>
      <p:pic>
        <p:nvPicPr>
          <p:cNvPr id="6" name="Google Shape;643;p24">
            <a:extLst>
              <a:ext uri="{FF2B5EF4-FFF2-40B4-BE49-F238E27FC236}">
                <a16:creationId xmlns:a16="http://schemas.microsoft.com/office/drawing/2014/main" id="{A78E0165-26D0-45F0-A105-C6068552D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4781" y="6122338"/>
            <a:ext cx="1602437" cy="2733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8609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1_Blank_dark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D99E9CF9-9EB9-E4D4-FE71-2F4858D2B4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Questions Slide</a:t>
            </a:r>
            <a:endParaRPr lang="en-US"/>
          </a:p>
        </p:txBody>
      </p:sp>
      <p:pic>
        <p:nvPicPr>
          <p:cNvPr id="2" name="Google Shape;15;p43">
            <a:extLst>
              <a:ext uri="{FF2B5EF4-FFF2-40B4-BE49-F238E27FC236}">
                <a16:creationId xmlns:a16="http://schemas.microsoft.com/office/drawing/2014/main" id="{D8CA3ED5-6F0C-461A-86E7-79A6FF20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611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86C03-60A1-7394-584D-12B4F9FA8A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222" y="1253330"/>
            <a:ext cx="11272577" cy="4735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5DECC-5944-6AF5-0E9A-D6C8EEAA2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23" y="365125"/>
            <a:ext cx="11267554" cy="720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FE85A-A070-6764-5E7E-02B040D31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134B45-AF8D-4DE1-B6B3-818C9AE12B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9998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0232B-D4C6-EEFF-9C7E-30F8740D40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Source text same as footnote; no hanging indent</a:t>
            </a:r>
          </a:p>
          <a:p>
            <a:pPr marL="114300" indent="-114300">
              <a:buFont typeface="+mj-lt"/>
              <a:buAutoNum type="arabicPeriod"/>
            </a:pPr>
            <a:r>
              <a:rPr lang="en-US"/>
              <a:t>Footnotes are Aptos font, 8 pt.</a:t>
            </a:r>
          </a:p>
        </p:txBody>
      </p:sp>
    </p:spTree>
    <p:extLst>
      <p:ext uri="{BB962C8B-B14F-4D97-AF65-F5344CB8AC3E}">
        <p14:creationId xmlns:p14="http://schemas.microsoft.com/office/powerpoint/2010/main" val="83188319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notitle">
  <p:cSld name="Content slide_no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11403105" y="6356350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4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572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55.xml"/><Relationship Id="rId3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50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6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454211" y="342993"/>
            <a:ext cx="4763965" cy="47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454211" y="1825625"/>
            <a:ext cx="11319435" cy="398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Inter"/>
              <a:buNone/>
              <a:defRPr sz="2800" b="0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112C0-EE73-BB6D-7F69-B1EB82D5CC63}"/>
              </a:ext>
            </a:extLst>
          </p:cNvPr>
          <p:cNvSpPr txBox="1"/>
          <p:nvPr userDrawn="1"/>
        </p:nvSpPr>
        <p:spPr>
          <a:xfrm>
            <a:off x="-830771" y="703039"/>
            <a:ext cx="700513" cy="22230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Place content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below  this line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496218-5BC9-0DE0-4221-B87B0E4252BD}"/>
              </a:ext>
            </a:extLst>
          </p:cNvPr>
          <p:cNvCxnSpPr/>
          <p:nvPr userDrawn="1"/>
        </p:nvCxnSpPr>
        <p:spPr>
          <a:xfrm>
            <a:off x="-544804" y="951591"/>
            <a:ext cx="41454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98CB37-3901-399A-8FF0-A6406BBCB74B}"/>
              </a:ext>
            </a:extLst>
          </p:cNvPr>
          <p:cNvCxnSpPr/>
          <p:nvPr userDrawn="1"/>
        </p:nvCxnSpPr>
        <p:spPr>
          <a:xfrm>
            <a:off x="-544277" y="6110292"/>
            <a:ext cx="414547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28D9F13-B0E9-E7D8-99CF-F21277FD7545}"/>
              </a:ext>
            </a:extLst>
          </p:cNvPr>
          <p:cNvSpPr txBox="1"/>
          <p:nvPr userDrawn="1"/>
        </p:nvSpPr>
        <p:spPr>
          <a:xfrm>
            <a:off x="-1080837" y="5861740"/>
            <a:ext cx="950580" cy="22230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Source and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Footnotes Guideline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F83ED-9A73-5308-A119-19253C7BFE32}"/>
              </a:ext>
            </a:extLst>
          </p:cNvPr>
          <p:cNvSpPr txBox="1"/>
          <p:nvPr userDrawn="1"/>
        </p:nvSpPr>
        <p:spPr>
          <a:xfrm>
            <a:off x="614009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698F47-C220-BEFA-55D7-0B4A38D6FFA6}"/>
              </a:ext>
            </a:extLst>
          </p:cNvPr>
          <p:cNvCxnSpPr>
            <a:cxnSpLocks/>
          </p:cNvCxnSpPr>
          <p:nvPr userDrawn="1"/>
        </p:nvCxnSpPr>
        <p:spPr>
          <a:xfrm>
            <a:off x="454211" y="-372862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089E3C5-8788-04B9-0837-FB383AE03E11}"/>
              </a:ext>
            </a:extLst>
          </p:cNvPr>
          <p:cNvSpPr txBox="1"/>
          <p:nvPr userDrawn="1"/>
        </p:nvSpPr>
        <p:spPr>
          <a:xfrm>
            <a:off x="10837931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BF8424-A413-A5AA-681F-D45668682110}"/>
              </a:ext>
            </a:extLst>
          </p:cNvPr>
          <p:cNvCxnSpPr>
            <a:cxnSpLocks/>
          </p:cNvCxnSpPr>
          <p:nvPr userDrawn="1"/>
        </p:nvCxnSpPr>
        <p:spPr>
          <a:xfrm>
            <a:off x="11773646" y="-359691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7499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718" r:id="rId2"/>
    <p:sldLayoutId id="2147483719" r:id="rId3"/>
    <p:sldLayoutId id="2147483664" r:id="rId4"/>
    <p:sldLayoutId id="2147483662" r:id="rId5"/>
    <p:sldLayoutId id="2147483720" r:id="rId6"/>
    <p:sldLayoutId id="2147483721" r:id="rId7"/>
    <p:sldLayoutId id="2147483665" r:id="rId8"/>
    <p:sldLayoutId id="2147483680" r:id="rId9"/>
    <p:sldLayoutId id="2147483666" r:id="rId10"/>
    <p:sldLayoutId id="2147483688" r:id="rId11"/>
    <p:sldLayoutId id="2147483709" r:id="rId12"/>
    <p:sldLayoutId id="2147483668" r:id="rId13"/>
    <p:sldLayoutId id="2147483667" r:id="rId14"/>
    <p:sldLayoutId id="2147483713" r:id="rId15"/>
    <p:sldLayoutId id="2147483689" r:id="rId16"/>
    <p:sldLayoutId id="2147483669" r:id="rId17"/>
    <p:sldLayoutId id="2147483711" r:id="rId18"/>
    <p:sldLayoutId id="2147483670" r:id="rId19"/>
    <p:sldLayoutId id="2147483712" r:id="rId20"/>
    <p:sldLayoutId id="2147483672" r:id="rId21"/>
    <p:sldLayoutId id="2147483714" r:id="rId22"/>
    <p:sldLayoutId id="2147483715" r:id="rId23"/>
    <p:sldLayoutId id="2147483697" r:id="rId24"/>
    <p:sldLayoutId id="2147483673" r:id="rId25"/>
    <p:sldLayoutId id="2147483687" r:id="rId26"/>
    <p:sldLayoutId id="2147483710" r:id="rId27"/>
    <p:sldLayoutId id="2147483716" r:id="rId28"/>
    <p:sldLayoutId id="2147483717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454211" y="342993"/>
            <a:ext cx="4763965" cy="47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454211" y="1825625"/>
            <a:ext cx="11319435" cy="398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Inter"/>
              <a:buNone/>
              <a:defRPr sz="2800" b="0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112C0-EE73-BB6D-7F69-B1EB82D5CC63}"/>
              </a:ext>
            </a:extLst>
          </p:cNvPr>
          <p:cNvSpPr txBox="1"/>
          <p:nvPr userDrawn="1"/>
        </p:nvSpPr>
        <p:spPr>
          <a:xfrm>
            <a:off x="-830771" y="703039"/>
            <a:ext cx="700513" cy="22230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Place content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below  this line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496218-5BC9-0DE0-4221-B87B0E4252BD}"/>
              </a:ext>
            </a:extLst>
          </p:cNvPr>
          <p:cNvCxnSpPr/>
          <p:nvPr userDrawn="1"/>
        </p:nvCxnSpPr>
        <p:spPr>
          <a:xfrm>
            <a:off x="-544804" y="951591"/>
            <a:ext cx="41454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98CB37-3901-399A-8FF0-A6406BBCB74B}"/>
              </a:ext>
            </a:extLst>
          </p:cNvPr>
          <p:cNvCxnSpPr/>
          <p:nvPr userDrawn="1"/>
        </p:nvCxnSpPr>
        <p:spPr>
          <a:xfrm>
            <a:off x="-544277" y="6110292"/>
            <a:ext cx="414547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28D9F13-B0E9-E7D8-99CF-F21277FD7545}"/>
              </a:ext>
            </a:extLst>
          </p:cNvPr>
          <p:cNvSpPr txBox="1"/>
          <p:nvPr userDrawn="1"/>
        </p:nvSpPr>
        <p:spPr>
          <a:xfrm>
            <a:off x="-1080837" y="5861740"/>
            <a:ext cx="950580" cy="22230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Source and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Footnotes Guideline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F83ED-9A73-5308-A119-19253C7BFE32}"/>
              </a:ext>
            </a:extLst>
          </p:cNvPr>
          <p:cNvSpPr txBox="1"/>
          <p:nvPr userDrawn="1"/>
        </p:nvSpPr>
        <p:spPr>
          <a:xfrm>
            <a:off x="614009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698F47-C220-BEFA-55D7-0B4A38D6FFA6}"/>
              </a:ext>
            </a:extLst>
          </p:cNvPr>
          <p:cNvCxnSpPr>
            <a:cxnSpLocks/>
          </p:cNvCxnSpPr>
          <p:nvPr userDrawn="1"/>
        </p:nvCxnSpPr>
        <p:spPr>
          <a:xfrm>
            <a:off x="454211" y="-372862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089E3C5-8788-04B9-0837-FB383AE03E11}"/>
              </a:ext>
            </a:extLst>
          </p:cNvPr>
          <p:cNvSpPr txBox="1"/>
          <p:nvPr userDrawn="1"/>
        </p:nvSpPr>
        <p:spPr>
          <a:xfrm>
            <a:off x="10837931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BF8424-A413-A5AA-681F-D45668682110}"/>
              </a:ext>
            </a:extLst>
          </p:cNvPr>
          <p:cNvCxnSpPr>
            <a:cxnSpLocks/>
          </p:cNvCxnSpPr>
          <p:nvPr userDrawn="1"/>
        </p:nvCxnSpPr>
        <p:spPr>
          <a:xfrm>
            <a:off x="11773646" y="-359691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6148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Presenting Your Sprint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rPr dirty="0"/>
              <a:t>A sprint review isn't a status report, and it isn't a demo for its own sake</a:t>
            </a:r>
          </a:p>
          <a:p>
            <a:r>
              <a:rPr dirty="0"/>
              <a:t>It's the moment your team proves the sprint goal was met and gets feedback before moving on</a:t>
            </a:r>
          </a:p>
          <a:p>
            <a:r>
              <a:rPr dirty="0"/>
              <a:t>First-time agile teams often confuse "we were busy"</a:t>
            </a:r>
            <a:r>
              <a:rPr lang="en-GB" dirty="0"/>
              <a:t>, “we did this”, “we learnt that” </a:t>
            </a:r>
            <a:r>
              <a:rPr dirty="0"/>
              <a:t>with "we delivered something"</a:t>
            </a:r>
          </a:p>
          <a:p>
            <a:r>
              <a:rPr dirty="0"/>
              <a:t>This session is about closing that gap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15 Minutes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t>Sprint goal and context — 1 to 2 minutes</a:t>
            </a:r>
          </a:p>
          <a:p>
            <a:r>
              <a:t>The deliverable itself, demo or walkthrough — 5 to 6 minutes</a:t>
            </a:r>
          </a:p>
          <a:p>
            <a:r>
              <a:t>Key decisions and what was learned — 2 to 3 minutes</a:t>
            </a:r>
          </a:p>
          <a:p>
            <a:r>
              <a:t>Team and process reflection — 1 minute</a:t>
            </a:r>
          </a:p>
          <a:p>
            <a:r>
              <a:t>That leaves the 5 minutes of Q&amp;A completely untouched</a:t>
            </a:r>
          </a:p>
          <a:p>
            <a:r>
              <a:t>Bad practice: spending 7 of your 10 minutes on the ceremonies you ran, then rushing the database in the last 90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Practice vs Bad Practice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t>State the sprint goal in one sentence in the first 30 seconds</a:t>
            </a:r>
          </a:p>
          <a:p>
            <a:r>
              <a:t>Example: “Our goal was a working schema for tracking a trader’s positions and trades”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the Presentation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t>Opening with “So, um, this week we did a lot of Agile stuff”</a:t>
            </a:r>
          </a:p>
          <a:p>
            <a:r>
              <a:t>No stated objective anywhere in the first two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t>An actual live look at the database: schema diagram, a real query running, sample data</a:t>
            </a:r>
          </a:p>
          <a:p>
            <a:r>
              <a:t>Something the audience can see exists and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t>A slide of bullet points describing the database instead of showing it</a:t>
            </a:r>
          </a:p>
          <a:p>
            <a:r>
              <a:t>Saying “it’s all in the repo” and moving 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Showing the Deliverable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t>Picking two or three real design decisions and explaining the reasoning</a:t>
            </a:r>
          </a:p>
          <a:p>
            <a:r>
              <a:t>Why this table structure, why Postgres now and how Snowflake fits later, a normalisation choice the team debated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Explaining Your Decisions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t>Listing every table and column read straight off the schema</a:t>
            </a:r>
          </a:p>
          <a:p>
            <a:r>
              <a:t>No reasoning attached to any of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t>Naming who worked on what without turning it into a list of job titles</a:t>
            </a:r>
          </a:p>
          <a:p>
            <a:r>
              <a:t>Being honest about what didn't get finished, and why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t>Everyone reading their own paragraph back to back with no connection between them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Talking About the Team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t>A quick, real look at something like a merged pull request, a Jenkins build, or a git log</a:t>
            </a:r>
          </a:p>
          <a:p>
            <a:r>
              <a:t>Proof the workflow was actually used, not just described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the Tools as Evidence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t>A slide that just lists “Git, Jenkins, VSCode, Postgres” as bullet points</a:t>
            </a:r>
          </a:p>
          <a:p>
            <a:r>
              <a:t>No evidence any of them were actually touched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t>Few words per slide, one idea per slide</a:t>
            </a:r>
          </a:p>
          <a:p>
            <a:r>
              <a:t>Diagrams over paragraphs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t>Dense paragraphs of text</a:t>
            </a:r>
          </a:p>
          <a:p>
            <a:r>
              <a:t>The presenter then reads them aloud word for word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t>Facing the audience, not the screen</a:t>
            </a:r>
          </a:p>
          <a:p>
            <a:r>
              <a:t>A steady pace, with eye contact during the parts that matter most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t>Reading directly off notes or slides in a monotone</a:t>
            </a:r>
          </a:p>
          <a:p>
            <a:r>
              <a:t>Speaking only to the one team member holding the laptop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t>Answering the actual question asked</a:t>
            </a:r>
          </a:p>
          <a:p>
            <a:r>
              <a:t>Admitting “we didn't get to that yet” when it's true</a:t>
            </a:r>
          </a:p>
          <a:p>
            <a:r>
              <a:t>Letting different team members field different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t>One person answering everything</a:t>
            </a:r>
          </a:p>
          <a:p>
            <a:r>
              <a:t>Arguing that a question isn't fair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the Q&amp;A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t>Over-explaining the ceremonies instead of the deliverable</a:t>
            </a:r>
          </a:p>
          <a:p>
            <a:r>
              <a:t>Apologising repeatedly for an incomplete sprint instead of stating what was learned</a:t>
            </a:r>
          </a:p>
          <a:p>
            <a:r>
              <a:t>Treating the review as a rehearsed monologue rather than a conversation with the room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Traps First-Time Agile Teams Fall Into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Checklist Before You Present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t>Goal stated in one sentence</a:t>
            </a:r>
          </a:p>
          <a:p>
            <a:r>
              <a:t>Deliverable actually shown live</a:t>
            </a:r>
          </a:p>
          <a:p>
            <a:r>
              <a:t>Two or three decisions explained with reasoning</a:t>
            </a:r>
          </a:p>
          <a:p>
            <a:r>
              <a:t>Tool evidence included</a:t>
            </a:r>
          </a:p>
          <a:p>
            <a:r>
              <a:t>Time budget respected</a:t>
            </a:r>
          </a:p>
          <a:p>
            <a:r>
              <a:t>Everyone on the team speaks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The Sprint Retrospective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eda 2026">
  <a:themeElements>
    <a:clrScheme name="Custom 1">
      <a:dk1>
        <a:srgbClr val="FFFFFF"/>
      </a:dk1>
      <a:lt1>
        <a:srgbClr val="2C2F41"/>
      </a:lt1>
      <a:dk2>
        <a:srgbClr val="191A24"/>
      </a:dk2>
      <a:lt2>
        <a:srgbClr val="2C2F41"/>
      </a:lt2>
      <a:accent1>
        <a:srgbClr val="2C2F41"/>
      </a:accent1>
      <a:accent2>
        <a:srgbClr val="FF4700"/>
      </a:accent2>
      <a:accent3>
        <a:srgbClr val="FFD275"/>
      </a:accent3>
      <a:accent4>
        <a:srgbClr val="276FBF"/>
      </a:accent4>
      <a:accent5>
        <a:srgbClr val="FFFFFF"/>
      </a:accent5>
      <a:accent6>
        <a:srgbClr val="5B85AA"/>
      </a:accent6>
      <a:hlink>
        <a:srgbClr val="FF4700"/>
      </a:hlink>
      <a:folHlink>
        <a:srgbClr val="FF4700"/>
      </a:folHlink>
    </a:clrScheme>
    <a:fontScheme name="Neueda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eueda 2026">
  <a:themeElements>
    <a:clrScheme name="Custom 1">
      <a:dk1>
        <a:srgbClr val="FFFFFF"/>
      </a:dk1>
      <a:lt1>
        <a:srgbClr val="2C2F41"/>
      </a:lt1>
      <a:dk2>
        <a:srgbClr val="191A24"/>
      </a:dk2>
      <a:lt2>
        <a:srgbClr val="2C2F41"/>
      </a:lt2>
      <a:accent1>
        <a:srgbClr val="2C2F41"/>
      </a:accent1>
      <a:accent2>
        <a:srgbClr val="FF4700"/>
      </a:accent2>
      <a:accent3>
        <a:srgbClr val="FFD275"/>
      </a:accent3>
      <a:accent4>
        <a:srgbClr val="276FBF"/>
      </a:accent4>
      <a:accent5>
        <a:srgbClr val="FFFFFF"/>
      </a:accent5>
      <a:accent6>
        <a:srgbClr val="5B85AA"/>
      </a:accent6>
      <a:hlink>
        <a:srgbClr val="FF4700"/>
      </a:hlink>
      <a:folHlink>
        <a:srgbClr val="FF4700"/>
      </a:folHlink>
    </a:clrScheme>
    <a:fontScheme name="Neueda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5C56CCA5A1C94AB07F13D7F09C17CA" ma:contentTypeVersion="29" ma:contentTypeDescription="Create a new document." ma:contentTypeScope="" ma:versionID="9e9d54540c69355e1d05c5aabc61c47c">
  <xsd:schema xmlns:xsd="http://www.w3.org/2001/XMLSchema" xmlns:xs="http://www.w3.org/2001/XMLSchema" xmlns:p="http://schemas.microsoft.com/office/2006/metadata/properties" xmlns:ns1="http://schemas.microsoft.com/sharepoint/v3" xmlns:ns2="2c08f754-a9ea-4773-b604-7244bf3e6a7b" xmlns:ns3="d905f990-1265-453a-8377-6052b5295bf7" targetNamespace="http://schemas.microsoft.com/office/2006/metadata/properties" ma:root="true" ma:fieldsID="d83f8a048dd320245a0f904807145956" ns1:_="" ns2:_="" ns3:_="">
    <xsd:import namespace="http://schemas.microsoft.com/sharepoint/v3"/>
    <xsd:import namespace="2c08f754-a9ea-4773-b604-7244bf3e6a7b"/>
    <xsd:import namespace="d905f990-1265-453a-8377-6052b5295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DefaultOrde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  <xsd:element ref="ns2:Addtowebsite" minOccurs="0"/>
                <xsd:element ref="ns2:MediaServiceObjectDetectorVersions" minOccurs="0"/>
                <xsd:element ref="ns2:MediaServiceBillingMetadata" minOccurs="0"/>
                <xsd:element ref="ns2:Test" minOccurs="0"/>
                <xsd:element ref="ns2:Topic" minOccurs="0"/>
                <xsd:element ref="ns2:SubTopic" minOccurs="0"/>
                <xsd:element ref="ns1:_ip_UnifiedCompliancePolicyProperties" minOccurs="0"/>
                <xsd:element ref="ns1:_ip_UnifiedCompliancePolicyUIAction" minOccurs="0"/>
                <xsd:element ref="ns2:Hyp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08f754-a9ea-4773-b604-7244bf3e6a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3482690-7c15-4db0-a421-5a175f9ff9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efaultOrder" ma:index="20" nillable="true" ma:displayName="DefaultOrder" ma:default="0" ma:description="Integer to order folders" ma:format="Dropdown" ma:internalName="DefaultOrder" ma:percentage="FALSE">
      <xsd:simpleType>
        <xsd:restriction base="dms:Number">
          <xsd:minInclusive value="0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  <xsd:element name="Addtowebsite" ma:index="25" nillable="true" ma:displayName="Add to website " ma:format="Dropdown" ma:internalName="Addtowebsite">
      <xsd:simpleType>
        <xsd:restriction base="dms:Choice">
          <xsd:enumeration value="Yes"/>
          <xsd:enumeration value="No"/>
          <xsd:enumeration value="Choice 3"/>
        </xsd:restriction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Test" ma:index="28" nillable="true" ma:displayName="Test" ma:format="Dropdown" ma:list="UserInfo" ma:SharePointGroup="0" ma:internalName="Tes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opic" ma:index="29" nillable="true" ma:displayName="Topic" ma:format="Dropdown" ma:list="229e7ed0-77e4-418a-876e-dff4abf19a80" ma:internalName="Topic" ma:readOnly="false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ubTopic" ma:index="30" nillable="true" ma:displayName="Sub Topic " ma:format="Dropdown" ma:list="4bf8ae56-1bb5-410a-9041-f4d21fb0436c" ma:internalName="SubTopic" ma:showField="Title">
      <xsd:simpleType>
        <xsd:restriction base="dms:Lookup"/>
      </xsd:simpleType>
    </xsd:element>
    <xsd:element name="Hyperlink" ma:index="33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5f990-1265-453a-8377-6052b5295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a696fa-5d9f-492f-b5c6-7d28dca96e11}" ma:internalName="TaxCatchAll" ma:showField="CatchAllData" ma:web="d905f990-1265-453a-8377-6052b5295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opic xmlns="2c08f754-a9ea-4773-b604-7244bf3e6a7b" xsi:nil="true"/>
    <Hyperlink xmlns="2c08f754-a9ea-4773-b604-7244bf3e6a7b">
      <Url xsi:nil="true"/>
      <Description xsi:nil="true"/>
    </Hyperlink>
    <SubTopic xmlns="2c08f754-a9ea-4773-b604-7244bf3e6a7b" xsi:nil="true"/>
    <Test xmlns="2c08f754-a9ea-4773-b604-7244bf3e6a7b">
      <UserInfo>
        <DisplayName/>
        <AccountId xsi:nil="true"/>
        <AccountType/>
      </UserInfo>
    </Test>
    <_ip_UnifiedCompliancePolicyUIAction xmlns="http://schemas.microsoft.com/sharepoint/v3" xsi:nil="true"/>
    <DefaultOrder xmlns="2c08f754-a9ea-4773-b604-7244bf3e6a7b">0</DefaultOrder>
    <_ip_UnifiedCompliancePolicyProperties xmlns="http://schemas.microsoft.com/sharepoint/v3" xsi:nil="true"/>
    <Addtowebsite xmlns="2c08f754-a9ea-4773-b604-7244bf3e6a7b" xsi:nil="true"/>
    <lcf76f155ced4ddcb4097134ff3c332f xmlns="2c08f754-a9ea-4773-b604-7244bf3e6a7b">
      <Terms xmlns="http://schemas.microsoft.com/office/infopath/2007/PartnerControls"/>
    </lcf76f155ced4ddcb4097134ff3c332f>
    <TaxCatchAll xmlns="d905f990-1265-453a-8377-6052b5295bf7" xsi:nil="true"/>
  </documentManagement>
</p:properties>
</file>

<file path=customXml/itemProps1.xml><?xml version="1.0" encoding="utf-8"?>
<ds:datastoreItem xmlns:ds="http://schemas.openxmlformats.org/officeDocument/2006/customXml" ds:itemID="{C458E5D6-5AA7-44ED-AFAF-DFB2ABF2F37E}">
  <ds:schemaRefs>
    <ds:schemaRef ds:uri="2c08f754-a9ea-4773-b604-7244bf3e6a7b"/>
    <ds:schemaRef ds:uri="d905f990-1265-453a-8377-6052b5295b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99DC986-9963-4A0B-A521-1A70BA02C9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4B0FEC-CC98-462D-9CE7-74B233B3BDC7}">
  <ds:schemaRefs>
    <ds:schemaRef ds:uri="2c08f754-a9ea-4773-b604-7244bf3e6a7b"/>
    <ds:schemaRef ds:uri="d905f990-1265-453a-8377-6052b5295bf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feb82c3-3193-44ae-964e-38700fead322}" enabled="1" method="Privileged" siteId="{48852407-12ea-48e5-9625-3a29b0f5c4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602</Words>
  <Application>Microsoft Macintosh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Inter</vt:lpstr>
      <vt:lpstr>Neueda 2026</vt:lpstr>
      <vt:lpstr>1_Neueda 2026</vt:lpstr>
      <vt:lpstr>Presenting Your Sprint Review</vt:lpstr>
      <vt:lpstr>Why This Matters</vt:lpstr>
      <vt:lpstr>Your 15 Minutes</vt:lpstr>
      <vt:lpstr>Good Practice vs Bad Practice</vt:lpstr>
      <vt:lpstr>Opening the Presentation</vt:lpstr>
      <vt:lpstr>Showing the Deliverable</vt:lpstr>
      <vt:lpstr>Explaining Your Decisions</vt:lpstr>
      <vt:lpstr>Talking About the Team</vt:lpstr>
      <vt:lpstr>Using the Tools as Evidence</vt:lpstr>
      <vt:lpstr>Slide Design</vt:lpstr>
      <vt:lpstr>Delivery</vt:lpstr>
      <vt:lpstr>Handling the Q&amp;A</vt:lpstr>
      <vt:lpstr>Traps First-Time Agile Teams Fall Into</vt:lpstr>
      <vt:lpstr>Quick Checklist Before You Present</vt:lpstr>
      <vt:lpstr>Next: The Sprint 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&amp; Scrum Fundamentals</dc:title>
  <dc:creator>Hannah Lydon</dc:creator>
  <cp:lastModifiedBy>Pat McKillen</cp:lastModifiedBy>
  <cp:revision>5</cp:revision>
  <dcterms:created xsi:type="dcterms:W3CDTF">2025-11-19T12:02:24Z</dcterms:created>
  <dcterms:modified xsi:type="dcterms:W3CDTF">2026-09-03T11:13:53Z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0x010100015C56CCA5A1C94AB07F13D7F09C17CA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_activity">
    <vt:lpwstr>{"FileActivityType":"9","FileActivityTimeStamp":"2025-11-19T16:08:40.220Z","FileActivityUsersOnPage":[{"DisplayName":"Hannah Lydon","Id":"hannah.lydon@neueda.com"},{"DisplayName":"Nikki Ashley","Id":"nikki.ashley@neueda.com"}],"FileActivityNavigationId":null}</vt:lpwstr>
  </property>
  <property fmtid="{D5CDD505-2E9C-101B-9397-08002B2CF9AE}" pid="7" name="TriggerFlowInfo">
    <vt:lpwstr/>
  </property>
</Properties>
</file>